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ink/ink1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61" r:id="rId3"/>
    <p:sldId id="292" r:id="rId4"/>
    <p:sldId id="275" r:id="rId5"/>
    <p:sldId id="276" r:id="rId6"/>
    <p:sldId id="277" r:id="rId7"/>
    <p:sldId id="278" r:id="rId8"/>
    <p:sldId id="279" r:id="rId9"/>
    <p:sldId id="280" r:id="rId10"/>
    <p:sldId id="282" r:id="rId11"/>
    <p:sldId id="283" r:id="rId12"/>
    <p:sldId id="284" r:id="rId13"/>
    <p:sldId id="285" r:id="rId14"/>
    <p:sldId id="286" r:id="rId15"/>
    <p:sldId id="291" r:id="rId16"/>
    <p:sldId id="293" r:id="rId17"/>
    <p:sldId id="294" r:id="rId18"/>
    <p:sldId id="295" r:id="rId19"/>
    <p:sldId id="296" r:id="rId20"/>
    <p:sldId id="297" r:id="rId21"/>
    <p:sldId id="298" r:id="rId22"/>
    <p:sldId id="300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  <p:sldId id="320" r:id="rId37"/>
    <p:sldId id="321" r:id="rId38"/>
    <p:sldId id="322" r:id="rId39"/>
    <p:sldId id="323" r:id="rId40"/>
    <p:sldId id="299" r:id="rId41"/>
    <p:sldId id="302" r:id="rId42"/>
    <p:sldId id="303" r:id="rId43"/>
    <p:sldId id="324" r:id="rId44"/>
    <p:sldId id="325" r:id="rId45"/>
    <p:sldId id="326" r:id="rId46"/>
    <p:sldId id="327" r:id="rId47"/>
    <p:sldId id="328" r:id="rId48"/>
    <p:sldId id="329" r:id="rId49"/>
    <p:sldId id="330" r:id="rId50"/>
    <p:sldId id="331" r:id="rId51"/>
    <p:sldId id="332" r:id="rId52"/>
    <p:sldId id="333" r:id="rId53"/>
    <p:sldId id="334" r:id="rId54"/>
    <p:sldId id="335" r:id="rId55"/>
    <p:sldId id="336" r:id="rId56"/>
    <p:sldId id="337" r:id="rId57"/>
    <p:sldId id="338" r:id="rId58"/>
    <p:sldId id="339" r:id="rId59"/>
    <p:sldId id="340" r:id="rId60"/>
    <p:sldId id="341" r:id="rId6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iKg0cGmkZouOfofgVgIBewPIX+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3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753" autoAdjust="0"/>
    <p:restoredTop sz="96766" autoAdjust="0"/>
  </p:normalViewPr>
  <p:slideViewPr>
    <p:cSldViewPr snapToGrid="0">
      <p:cViewPr varScale="1">
        <p:scale>
          <a:sx n="145" d="100"/>
          <a:sy n="145" d="100"/>
        </p:scale>
        <p:origin x="1520" y="184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9T09:07:15.3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1 309 24575,'8'-12'0,"4"-2"0,-6 1 0,5 1 0,10-13 0,18-7 0,-3 3 0,11-5 0,40-1 0,-27 11 0,-3 4 0,8 2 0,7 7 0,6 3 0,-14 4 0,4 1 0,6 0-992,0 0 0,6 0 1,1 0-1,-5 1 992,8 2 0,-4-1 0,0 2 0,3 2 0,1 1 0,-8-1 0,-2-3 0,-5 2 0,1 6 0,4 2-485,-7-3 1,4 0 0,-4 2 484,6 6 0,1 2 0,9-3 0,7 1 0,-11 2 0,-18 2 0,-3-1 0,22-2 0,2 1 0,-10 7 0,-6-1 0,9-4 0,-13 1 0,-5-2 0,-22-7 0,9 1 3618,25 11-3618,-27-9 1802,27 14-1802,2-8 0,-17 0 0,20 4 0,-30-15 0,13 16 0,-26-17 0,18 8 0,-36-8 0,-1-7 0,-4 2 0,-3 1 0,2-3 0,8 8 0,0-5 0,15 7 0,-11-3 0,5-2 0,-8 1 0,1-6 0,0 7 0,-4-7 0,3 6 0,-7-6 0,7 7 0,-3-8 0,4 8 0,0-7 0,-4 2 0,22 4 0,-17-1 0,24 6 0,-16-3 0,-1 1 0,5 0 0,-11-1 0,11-3 0,-11 1 0,4-2 0,1 4 0,1 1 0,7 0 0,0 1 0,0 0 0,13 1 0,-10-1 0,9 2 0,-12-2 0,1-6 0,-8 4 0,-2-8 0,-6 6 0,0-6 0,7 8 0,1-4 0,0 1 0,6 4 0,-6-4 0,7 4 0,12 3 0,4 7 0,24-3 0,-9 5 0,9-6 0,-12 6 0,-13-7 0,-2-1 0,-20-6 0,5-2 0,45 26 0,-30-20 0,36 20 0,-56-27 0,-1 4 0,0-4 0,1 3 0,0-3 0,30 16 0,-30-13 0,30 12 0,-30-14 0,7 5 0,50 13 0,-44-8 0,41 4 0,-29 11 0,-18-21 0,16 14 0,-35-16 0,-1-4 0,-3 4 0,3 1 0,1 3 0,20 23 0,2 4 0,-9-6 0,20 18 0,-1 0 0,-24-22 0,17 13 0,-18-11 0,-7-13 0,-1 2 0,11 27 0,-15-19 0,9 18 0,-6-4 0,-9-28 0,8 21 0,-9-15 0,3-2 0,5 62 0,-7-49 0,7 49 0,-9-42 0,0-10 0,0 8 0,0-13 0,0-4 0,0 24 0,0-22 0,0 34 0,0-33 0,0 21 0,0-25 0,0 6 0,0-7 0,0 6 0,0 2 0,0 1 0,0-3 0,5 1 0,-4-6 0,4 13 0,-1-13 0,4 37 0,2-30 0,-2 23 0,0-31 0,-4 0 0,5 0 0,-5-4 0,4-1 0,-3 7 0,4-4 0,0 4 0,0-6 0,-1-5 0,-3 0 0,6 1 0,-2 3 0,39 17 0,-16-7 0,25 9 0,-25-16 0,-7-5 0,-1-1 0,-11-4 0,3-1 0,-3-1 0,3 2 0,8 0 0,-5-2 0,36-3 0,-31 0 0,25 0 0,-26 0 0,-4 0 0,11-4 0,-11 2 0,0-6 0,-3 7 0,-6-7 0,12 3 0,-7-4 0,9-1 0,-8 2 0,-3-1 0,10-5 0,-12 0 0,8-1 0,-11 3 0,1 3 0,3-3 0,-3 3 0,3-4 0,-4 1 0,1 3 0,-1-4 0,6-6 0,-4 8 0,14-31 0,-13 28 0,8-28 0,-11 27 0,1-8 0,1-1 0,-2 5 0,3-11 0,-3 11 0,3-11 0,-3 11 0,-2-12 0,1 13 0,-1-13 0,-1 13 0,0-6 0,1-12 0,1 7 0,1-15 0,-4 11 0,1 1 0,1 0 0,0 0 0,3 0 0,-7-1 0,7 1 0,-8 7 0,11-18 0,-6 14 0,6-15 0,-1 12 0,2-13 0,-2 10 0,1-10 0,-1 13 0,0 0 0,-1 0 0,6-1 0,-4 1 0,2 7 0,1-6 0,5-7 0,-3 3 0,7-9 0,-7 11 0,2 8 0,-4 1 0,3 0 0,-8 6 0,8-6 0,-8 0 0,6 6 0,-2-6 0,-1 7 0,3 0 0,-3 0 0,4 0 0,0 0 0,2-7 0,5 4 0,-1-11 0,8 8 0,-11-1 0,16-8 0,8-12 0,-2 7 0,7-6 0,-12 11 0,-3 8 0,9-19 0,8 5 0,-9 3 0,0 2 0,-12 11 0,-11 9 0,11-7 0,-11 10 0,11-10 0,-5 4 0,7-6 0,0 6 0,0-5 0,1 4 0,-1 1 0,0 0 0,-7 6 0,5-5 0,-4 4 0,18-7 0,-9 7 0,22-3 0,-22 2 0,9 0 0,-11 6 0,-1-4 0,-7 9 0,5-4 0,-4 5 0,6 0 0,12 0 0,3 0 0,13 0 0,25 0 0,-25 4 0,8 2-923,0-2 0,6 0 0,-4 1 923,5 5 0,0-1 0,29-2 0,-12-2-861,-38 2 861,8-7 0,-38 0 0,-8 0 0,8 0 0,14 7 2635,-10-6-2635,4 6 995,-20-7-995,-3 0 0,-1 0 0,0 0 0,4 0 0,45 0 0,-29 0 0,64 0 0,-67 4 0,30-3 0,-44 2 0,3-3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인공지능의</a:t>
            </a:r>
            <a:r>
              <a:rPr lang="en-US" dirty="0"/>
              <a:t> </a:t>
            </a:r>
            <a:r>
              <a:rPr lang="en-US" dirty="0" err="1"/>
              <a:t>발전으로</a:t>
            </a:r>
            <a:r>
              <a:rPr lang="en-US" dirty="0"/>
              <a:t> </a:t>
            </a:r>
            <a:r>
              <a:rPr lang="en-US" dirty="0" err="1"/>
              <a:t>이것</a:t>
            </a:r>
            <a:r>
              <a:rPr lang="en-US" dirty="0"/>
              <a:t> </a:t>
            </a:r>
            <a:r>
              <a:rPr lang="en-US" dirty="0" err="1"/>
              <a:t>저것</a:t>
            </a:r>
            <a:r>
              <a:rPr lang="en-US" dirty="0"/>
              <a:t> </a:t>
            </a:r>
            <a:r>
              <a:rPr lang="en-US" dirty="0" err="1"/>
              <a:t>많이</a:t>
            </a:r>
            <a:r>
              <a:rPr lang="en-US" dirty="0"/>
              <a:t> </a:t>
            </a:r>
            <a:r>
              <a:rPr lang="en-US" dirty="0" err="1"/>
              <a:t>할</a:t>
            </a:r>
            <a:r>
              <a:rPr lang="en-US" dirty="0"/>
              <a:t> </a:t>
            </a:r>
            <a:r>
              <a:rPr lang="en-US" dirty="0" err="1"/>
              <a:t>수</a:t>
            </a:r>
            <a:r>
              <a:rPr lang="en-US" dirty="0"/>
              <a:t> </a:t>
            </a:r>
            <a:r>
              <a:rPr lang="en-US" dirty="0" err="1"/>
              <a:t>있게</a:t>
            </a:r>
            <a:r>
              <a:rPr lang="en-US" dirty="0"/>
              <a:t> </a:t>
            </a:r>
            <a:r>
              <a:rPr lang="en-US" dirty="0" err="1"/>
              <a:t>됨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예를</a:t>
            </a:r>
            <a:r>
              <a:rPr lang="en-US" dirty="0"/>
              <a:t> </a:t>
            </a:r>
            <a:r>
              <a:rPr lang="en-US" dirty="0" err="1"/>
              <a:t>들어서</a:t>
            </a:r>
            <a:r>
              <a:rPr lang="en-US" dirty="0"/>
              <a:t> </a:t>
            </a:r>
            <a:r>
              <a:rPr lang="en-US" dirty="0" err="1"/>
              <a:t>우리가</a:t>
            </a:r>
            <a:r>
              <a:rPr lang="en-US" dirty="0"/>
              <a:t> </a:t>
            </a:r>
            <a:r>
              <a:rPr lang="en-US" dirty="0" err="1"/>
              <a:t>보는</a:t>
            </a:r>
            <a:r>
              <a:rPr lang="en-US" dirty="0"/>
              <a:t> </a:t>
            </a:r>
            <a:r>
              <a:rPr lang="en-US" dirty="0" err="1"/>
              <a:t>넷플릭스</a:t>
            </a:r>
            <a:r>
              <a:rPr lang="en-US" altLang="ko-KR" dirty="0"/>
              <a:t>,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/>
              <a:t>인스타그램 등에 </a:t>
            </a:r>
            <a:r>
              <a:rPr lang="ko-KR" altLang="en-US" dirty="0" err="1"/>
              <a:t>적용되어있는</a:t>
            </a:r>
            <a:r>
              <a:rPr lang="ko-KR" altLang="en-US" dirty="0"/>
              <a:t> 추천시스템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지피티</a:t>
            </a:r>
            <a:r>
              <a:rPr lang="en-US" altLang="ko-KR" dirty="0"/>
              <a:t>, </a:t>
            </a:r>
            <a:r>
              <a:rPr lang="ko-KR" altLang="en-US" dirty="0"/>
              <a:t>제미나이 등에 사용되는 건대 언어모델 기술</a:t>
            </a:r>
            <a:r>
              <a:rPr lang="en-US" altLang="ko-KR" dirty="0"/>
              <a:t>, </a:t>
            </a:r>
            <a:r>
              <a:rPr lang="ko-KR" altLang="en-US" dirty="0"/>
              <a:t>생성형 인공지능 기술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자율 주행 자동차에 들어가는 자율 주행 인공지능 등</a:t>
            </a:r>
            <a:endParaRPr dirty="0"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95523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54619CE-105C-D2B4-E4E6-7B9054307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37D544A-7A0F-16FE-28F6-62F0482662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인공지능의</a:t>
            </a:r>
            <a:r>
              <a:rPr lang="en-US" dirty="0"/>
              <a:t> </a:t>
            </a:r>
            <a:r>
              <a:rPr lang="en-US" dirty="0" err="1"/>
              <a:t>발전으로</a:t>
            </a:r>
            <a:r>
              <a:rPr lang="en-US" dirty="0"/>
              <a:t> </a:t>
            </a:r>
            <a:r>
              <a:rPr lang="en-US" dirty="0" err="1"/>
              <a:t>이것</a:t>
            </a:r>
            <a:r>
              <a:rPr lang="en-US" dirty="0"/>
              <a:t> </a:t>
            </a:r>
            <a:r>
              <a:rPr lang="en-US" dirty="0" err="1"/>
              <a:t>저것</a:t>
            </a:r>
            <a:r>
              <a:rPr lang="en-US" dirty="0"/>
              <a:t> </a:t>
            </a:r>
            <a:r>
              <a:rPr lang="en-US" dirty="0" err="1"/>
              <a:t>많이</a:t>
            </a:r>
            <a:r>
              <a:rPr lang="en-US" dirty="0"/>
              <a:t> </a:t>
            </a:r>
            <a:r>
              <a:rPr lang="en-US" dirty="0" err="1"/>
              <a:t>할</a:t>
            </a:r>
            <a:r>
              <a:rPr lang="en-US" dirty="0"/>
              <a:t> </a:t>
            </a:r>
            <a:r>
              <a:rPr lang="en-US" dirty="0" err="1"/>
              <a:t>수</a:t>
            </a:r>
            <a:r>
              <a:rPr lang="en-US" dirty="0"/>
              <a:t> </a:t>
            </a:r>
            <a:r>
              <a:rPr lang="en-US" dirty="0" err="1"/>
              <a:t>있게</a:t>
            </a:r>
            <a:r>
              <a:rPr lang="en-US" dirty="0"/>
              <a:t> </a:t>
            </a:r>
            <a:r>
              <a:rPr lang="en-US" dirty="0" err="1"/>
              <a:t>됨</a:t>
            </a:r>
            <a:r>
              <a:rPr lang="en-US" altLang="ko-KR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예를</a:t>
            </a:r>
            <a:r>
              <a:rPr lang="en-US" dirty="0"/>
              <a:t> </a:t>
            </a:r>
            <a:r>
              <a:rPr lang="en-US" dirty="0" err="1"/>
              <a:t>들어서</a:t>
            </a:r>
            <a:r>
              <a:rPr lang="en-US" dirty="0"/>
              <a:t> </a:t>
            </a:r>
            <a:r>
              <a:rPr lang="en-US" dirty="0" err="1"/>
              <a:t>우리가</a:t>
            </a:r>
            <a:r>
              <a:rPr lang="en-US" dirty="0"/>
              <a:t> </a:t>
            </a:r>
            <a:r>
              <a:rPr lang="en-US" dirty="0" err="1"/>
              <a:t>보는</a:t>
            </a:r>
            <a:r>
              <a:rPr lang="en-US" dirty="0"/>
              <a:t> </a:t>
            </a:r>
            <a:r>
              <a:rPr lang="en-US" dirty="0" err="1"/>
              <a:t>넷플릭스</a:t>
            </a:r>
            <a:r>
              <a:rPr lang="en-US" altLang="ko-KR" dirty="0"/>
              <a:t>, </a:t>
            </a:r>
            <a:r>
              <a:rPr lang="ko-KR" altLang="en-US" dirty="0"/>
              <a:t>유튜브</a:t>
            </a:r>
            <a:r>
              <a:rPr lang="en-US" altLang="ko-KR" dirty="0"/>
              <a:t>, </a:t>
            </a:r>
            <a:r>
              <a:rPr lang="ko-KR" altLang="en-US" dirty="0"/>
              <a:t>인스타그램 등에 </a:t>
            </a:r>
            <a:r>
              <a:rPr lang="ko-KR" altLang="en-US" dirty="0" err="1"/>
              <a:t>적용되어있는</a:t>
            </a:r>
            <a:r>
              <a:rPr lang="ko-KR" altLang="en-US" dirty="0"/>
              <a:t> 추천시스템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 err="1"/>
              <a:t>지피티</a:t>
            </a:r>
            <a:r>
              <a:rPr lang="en-US" altLang="ko-KR" dirty="0"/>
              <a:t>, </a:t>
            </a:r>
            <a:r>
              <a:rPr lang="ko-KR" altLang="en-US" dirty="0"/>
              <a:t>제미나이 등에 사용되는 건대 언어모델 기술</a:t>
            </a:r>
            <a:r>
              <a:rPr lang="en-US" altLang="ko-KR" dirty="0"/>
              <a:t>, </a:t>
            </a:r>
            <a:r>
              <a:rPr lang="ko-KR" altLang="en-US" dirty="0"/>
              <a:t>생성형 인공지능 기술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자율 주행 자동차에 들어가는 자율 주행 인공지능 등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8DF72DA-D532-A36F-829E-7A4E468D7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2110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B1C2145B-AC14-6C04-63D8-592D29DF4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B397447-9689-277D-E777-E0DD9CB757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FF5BD96-2AC5-C4DF-6217-1E99E86990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8567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46B9E81-14F7-52CF-05F8-F3584EAB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214DF91A-63C5-5B77-CA57-F4421FE92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D36742BB-2796-69C3-C504-53E62ABDB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58670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774B47D-41D0-72E6-D13C-5F736563C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4FB50962-790E-35BA-910D-3AF6D9651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F51B255-E9D1-D1AB-B4A8-CA24D68DA1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4073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7A35A66-C493-BE1F-231A-A19571DFC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D130835-C685-004D-654B-54A24FA3BE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EE4E66F-ECF3-633F-FA61-6875C412D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9512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95B7558-37EC-3F7B-9B34-80DC90229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750146E-28A6-04BB-3C9B-148CAAE16C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D32E935-2DE2-160B-2891-DBF688EF9A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1118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2264D23-E1EE-3233-A2DA-0186AF14F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95BFFA8-31ED-CD11-7C24-8630316AFD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6593539-1711-B3EF-1093-BDC7D47F2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45383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0E941FB-6962-C8A2-8E2D-A66CF4698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85B423D-C2C6-00BD-C532-ED4881C876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5FD72CE-EDAE-4936-9592-7E0D01E23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2416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046270C-8742-9290-B02D-B46181E99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FC12F70-B69F-86E7-AF1E-BF0345DF8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30DF537D-7140-060B-5189-BEED807A7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97919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5D8A2CE-CDAD-0354-84F9-946AD8CD6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69746F9-378A-052B-C0E5-8C819E318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AC487E1B-1A94-5B52-30FE-A7A909C83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951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FDB04E0-FDD2-4237-E704-BC35A4078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E30358B-3E38-F55B-6D59-79EA47233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6B3A845-7E39-ED28-8D2B-8F03ECBC4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70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91F0DDD-97B5-945F-FD2C-27B4E3389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E426EDF-5444-FC48-6E7B-D346898AE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5EA4DD9-519D-355C-6119-1DA7B7BCF8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4064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55AE5F3-5A02-A526-85E0-DFAB53DEF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4283324-6F86-3B92-5AB5-4C73C09D53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3E621AA-D717-7076-EC92-7209084F6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06936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A41C8B2-A2C1-5551-C368-FE681E0F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43106476-01E6-5F30-6D34-C511E12864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7C1D190-F886-2176-9B93-7A77B0C7A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65181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3965687-681E-2EF7-2916-76DED588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2030C4F-98D8-0CDA-88FF-14F68813A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756BF9A-CF90-9577-0015-043DA8C4F1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65185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5ACF7DD-9F3B-6834-C9DB-DAD9AC98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716EF8F3-7DA8-1AD1-BA1B-8A3316D762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A433585-72A6-7C9C-94E4-76C91B25B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8447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0B6BA03-6C31-2DD0-D9D8-F6F1CF1C6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E80C06B-2D18-FCE8-0C85-988380219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13C5CA8-1550-4C13-97DA-14BCB74DD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91438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3D97006-1F40-07E0-53A1-2BFCBF195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04BCDB8-8872-0577-4FFA-6CF32419AB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6AA974EC-12FC-37BF-C110-7591909F84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670210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B68A2C4-81A0-EF69-CEC5-932140296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57A8CF2-2E88-A15C-C611-8280EE4FB2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0C620A2-1D60-7967-D282-3B9DE2E30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47323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64459A0-488C-685A-8209-418C92DF7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B02A596-2476-3D91-C7AB-2C53A4D99C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E4ECD15-665A-7CF3-376C-6CF614CA6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30511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F31BFA39-6150-62E0-74F5-C5D27799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2635A22-D53E-3C07-96E4-474611EDFC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19D4A9C-B803-CBDF-1E9A-B53BC6CE6A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37813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D6BFDB5-BDB7-339C-1F8F-3BDF180E4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78164E6-FBE9-4D8B-055D-AD5D83C15F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고등학교 생명과학 시간에 배운 신경세포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(Neuron)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아이디어를 얻어서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뉴런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이라 불리는 구조를 통해 이전 페이지에 나왔던 복잡한 결정 경계를 만들 수 있음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그래서 이 신경세포들이 겹겹이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쌓여있는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구조를 “신경망” 이라고 하니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인공지능도 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Neural Network”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라는 표현 사용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0ABD2BD-A552-33D4-057E-E430D801E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8553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E805CD1-C6E4-0922-3CB7-2211A043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9D6C3FBF-5606-4FED-9482-8E2DCFC79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152EA24-2E32-A2D3-36B2-01433C7D8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88739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E833C3F-01DF-316D-D640-13CB2FC1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D09062C-EE37-8D91-543D-3A1D3B461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Percentron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Single-Layer Neural Network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(1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개의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퍼셉트론은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직선 형태의 결정 경계를 만들 수 있음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실제로 기울기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y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절편을 표현하는 수식임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D19E0021-0615-E2A7-9AF1-9C41D0711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0840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AEF3E67-8ED0-B106-FD88-BBC5E017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A18B6D4-B0D4-807B-D924-8A0F91C33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학생들에게 질문</a:t>
            </a:r>
            <a:r>
              <a:rPr lang="en-US" altLang="ko-KR" dirty="0"/>
              <a:t>))) </a:t>
            </a:r>
            <a:r>
              <a:rPr lang="ko-KR" altLang="en-US" dirty="0"/>
              <a:t>이거 어떻게 나올 것 </a:t>
            </a:r>
            <a:r>
              <a:rPr lang="ko-KR" altLang="en-US" dirty="0" err="1"/>
              <a:t>같은지</a:t>
            </a:r>
            <a:r>
              <a:rPr lang="en-US" altLang="ko-KR" dirty="0"/>
              <a:t>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단순 직선이 됨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13C82F1-A27B-6F81-01A6-6E37911C06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984817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400309C-0229-D71D-F602-0ECFB8569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2E3C73E-09DB-0901-C65D-A16B2DB38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두개를 단순히 결합하면 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하나와 다르지 않기 때문에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퍼셉트론을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연결할 때 비선형성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휘어져있게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하는 성질로 표현하면 이해하기 쉬울 듯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추가하기 위해 아래와 같은 활성화 함수를 추가함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l"/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생물학적으로 의미를 부여하자면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활성화 함수란 신경세포에서 특정 수준 이상의 신호가 들어왔을 때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 뉴런을 반응하도록 하는데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이런 활성화 함수로 구현한 것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24D73B0-F6C0-7525-6C60-B40E2FAB89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047478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AD185AB-804D-22AB-E3DD-90E18D99D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BFF7901E-BDFB-09E7-0242-5EA884048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두개를 단순히 결합하면 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하나와 다르지 않기 때문에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퍼셉트론을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연결할 때 비선형성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ko-KR" altLang="en-US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휘어져있게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하는 성질로 표현하면 이해하기 쉬울 듯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추가하기 위해 아래와 같은 활성화 함수를 추가함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l"/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생물학적으로 의미를 부여하자면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활성화 함수란 신경세포에서 특정 수준 이상의 신호가 들어왔을 때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 뉴런을 반응하도록 하는데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이런 활성화 함수로 구현한 것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5C06C993-7B12-61C0-896C-26F38BEE2F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51720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252AE7B-169C-92DE-EB83-FDA064EC4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E1D8817-FB42-B467-47A8-5295C1136D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4EB85FC-F274-2625-E963-1EC46928A4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03914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FE996BB-5B19-6D45-755A-647D8C21C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273836E-F234-9BAF-8D49-7182213402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882EAC9C-D237-083A-CC72-05C89BB55F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83841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A76A138-A930-64F1-50AF-16F13A3C7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05D4CDA-EB6E-8347-922C-AC4F4A959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A2C8D88-D13F-C625-6E9D-C8BA9B5637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3436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D02DA02-AA86-2729-7315-80E2FF18D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99A2A5A8-B535-A3A4-5922-CD693BC8F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E347293E-6F34-789D-43F8-8157CC506B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293806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AA22396-2D7E-A304-12B8-1B57E037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DFDB690-F8FE-5D42-C214-8ECA20BC0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아래에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보이는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w, b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들이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학습하고자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파라미터이고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단순히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 함수 관점으로 보면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y=ax + b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기울기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y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절편 등을 의미 하는 것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처럼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보임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4C04321-AB79-8620-F5B1-B92B0A3176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51678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73CB335-6D90-D79C-47E5-FCE40DD7A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1CA26D46-2F08-D788-224F-F0B521AE3B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얻고자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하는건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우리가 입력한 값을 가지고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함수값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혹은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가깝게 하는 것임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앞서 배운 활성화 함수를 가장 마지막에 통과시키면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~ 1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사이로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매핑됨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3A20ADB-38C7-F4AE-95D0-E052CEA8F3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5023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B2D91F7-205C-7EE5-CD34-D66B65CA7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5B0098D-2887-E317-1E24-A771E7C9F1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얻고자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하는건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우리가 입력한 값을 가지고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함수값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혹은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가깝게 하는 것임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앞서 배운 활성화 함수를 가장 마지막에 통과시키면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~ 1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사이로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매핑됨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BE96286-CA4B-B50E-9B0A-5F21227682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82146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4D5D204-9F74-EB42-622D-A9E55D35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FE3AA05-675A-3C2A-3BCD-7A6A5F499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얻고자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하는건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우리가 입력한 값을 가지고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함수값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혹은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가깝게 하는 것임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앞서 배운 활성화 함수를 가장 마지막에 통과시키면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~ 1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사이로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매핑됨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17B453D7-6A67-4ED4-5524-B5F3F0DC3C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7573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921E49E-1E14-4438-60F0-E30263A27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23405D7-2DD1-5656-8BE2-4379689332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얻고자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하는건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우리가 입력한 값을 가지고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함수값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혹은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가깝게 하는 것임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앞서 배운 활성화 함수를 가장 마지막에 통과시키면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~ 1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사이로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매핑됨</a:t>
            </a:r>
            <a:endParaRPr lang="ko-KR" altLang="en-US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8087738-9A98-FB46-99D0-09E2A0F2DD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160299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91FA4BE-086A-0323-02D4-6AB21AA1C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B4216959-2245-4F89-AAD5-D3BEDD7726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연립방정식의 해는 못 구함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14C13FF-0592-0A11-BEF7-D5FBD254E0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026095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85DA0987-6045-1457-118A-3DAD80A46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4FDE953-A578-F039-9B2D-96D7312AEF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CF7BF94-B14C-DD92-66A5-49F8D37937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14781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C752B53-D8B2-D395-FFF7-46D71A769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0FCBFE5-4E46-C300-19CA-8E277D9BCC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193D1AA-41F0-0098-4E49-127AAB475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57847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7084669-FA37-B8C5-FB88-3F8500DE2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3A6D91E-F814-F842-EB64-798ACA338B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 중에서 이번 시간에는 기계학습에 대해서 특히 알아볼 것이고</a:t>
            </a:r>
            <a:r>
              <a:rPr lang="en-US" altLang="ko-KR" dirty="0"/>
              <a:t>, </a:t>
            </a:r>
            <a:endParaRPr dirty="0"/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127B154-742D-5329-9596-EC90F065B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53646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E0AA708-523E-F51E-4DCF-63EFD56F2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7A25833-03AE-CC66-91FD-91991F518A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연립방정식의 해는 못 구함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46200B86-2C92-E230-D14D-2A4B12D1B7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03223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5DCB762D-DBBD-E2DD-58C4-B9B42BC61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26D04B4-8423-246A-5739-0901F5C091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연립방정식의 해는 못 구함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E9BABCC-AF4E-71E2-7E4A-3D377ABCA7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83900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EA5CDD9-4D70-6E1B-C8EC-649E8C9D9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A7EDD05C-B520-4333-6304-67060EE168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MLP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다중분류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04039B8-689F-A7F0-AAD1-005F8C4BA3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70074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07780B19-D0B1-BB3B-C232-D03CA0ED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6597FA4-C302-5B68-B737-FD2754673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기존과 다르게 출력 자체를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개로 만들어서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출력 별로 클래스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종류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하나씩 배정함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CE06782F-2EEC-4239-B19E-06225CEAE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90913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4E78E84-E939-7003-2F29-4379E644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51E585D0-DA46-65D3-30CF-104A71813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기존과 다르게 출력 자체를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10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개로 만들어서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출력 별로 클래스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종류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하나씩 배정함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3611386F-967A-928F-9096-8C143FD18E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611970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A17046AB-460B-331B-7044-A318C739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D67BCD09-C342-C371-88CA-B5B48C636B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값들을 정규화 해서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~ 1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사이의 값으로 만들고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가장 값이 큰 클래스의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 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값에 해당하는 클래스로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분류하자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BF45CF63-ACAF-A1AA-14EF-5A03298A30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29127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5485420-C9F2-6A11-C45F-C68B4C7F6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B41F6FB-F028-2868-1B57-2DF1AB6221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정규화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 -&gt;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20FC99CA-B0CB-4902-8B96-86B3FACB1F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98835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91A00DF9-9389-9C07-7C7A-648056AE1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DB09996-50DB-EB3B-5834-419F666C21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정규화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 -&gt;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D61200CD-564B-F2FC-5821-23514E69DE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551336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57D5D01-698A-F8AC-41F0-DA78A7866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292A872-C84E-36F2-AD7C-9D1DEF050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정규화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 -&gt;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FAF81F62-B09E-E5E3-E678-655734B822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539836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D3F44D7D-B891-BF76-F67D-3C676D84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EFD115FF-05CC-CB6F-37E3-37C1F9973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정규화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 -&gt;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1607ADE-C8D9-0500-6E1A-B5655914A0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15506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226CC6AC-7403-B3D8-32E1-AFE50512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28EAE8A-E807-CB9C-52A6-B93B2EFAE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그럼 학습은 어떻게 진행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4ABDD93-5756-9E3D-39BB-98BFCBC37A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73332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7E737C0-D9F6-C9DA-BC9F-7CBDE9CFF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30609E30-0B16-FA85-646F-5DCA1B70C5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4E8311D6-D194-1E93-87D1-CF64EA91E2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8453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36AF6AD8-A321-F7C2-AB70-E735829E5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8E4BB453-A20B-7D78-2A99-719DE4DDC2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7CD541FF-4640-F067-DD9B-74D9997DE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075489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C391CCC0-80AA-364E-2C79-92093A7D7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0DCFB06D-866B-90BE-8A62-AC3F1AD102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946C2E1E-234B-0F5C-212B-BC2569CF9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437540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7AAB8DA4-049D-7D00-F8A4-5CF697734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79022037-596E-635A-AA74-FFAF005EF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3C26A23C-B881-1E66-722A-48A2F28958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680342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178D65EC-780E-3F80-C1DF-1FDE8EA2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3679B94-EEBC-353B-D336-E54CBCF2B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86980C03-9F0E-D31F-1BAA-EE7502DB9D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14517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458887C7-33C3-DC67-EF01-6E14E75CB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66FB02C1-A22F-1C1C-82C9-A32A03B59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58D7D430-4142-6BE5-B2B7-8A2F2F590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66484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EA8D3CBA-F076-6B6E-92B2-C9154D23D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>
            <a:extLst>
              <a:ext uri="{FF2B5EF4-FFF2-40B4-BE49-F238E27FC236}">
                <a16:creationId xmlns:a16="http://schemas.microsoft.com/office/drawing/2014/main" id="{F6D0F566-5C98-22D2-F065-9CE49DD4DE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8" name="Google Shape;118;p3:notes">
            <a:extLst>
              <a:ext uri="{FF2B5EF4-FFF2-40B4-BE49-F238E27FC236}">
                <a16:creationId xmlns:a16="http://schemas.microsoft.com/office/drawing/2014/main" id="{0C1A5C36-FD4A-E02A-FAA9-3E6732E98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8307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9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customXml" Target="../ink/ink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eg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13" Type="http://schemas.openxmlformats.org/officeDocument/2006/relationships/image" Target="../media/image240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12" Type="http://schemas.openxmlformats.org/officeDocument/2006/relationships/image" Target="../media/image230.png"/><Relationship Id="rId17" Type="http://schemas.openxmlformats.org/officeDocument/2006/relationships/image" Target="../media/image280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11" Type="http://schemas.openxmlformats.org/officeDocument/2006/relationships/image" Target="../media/image220.png"/><Relationship Id="rId5" Type="http://schemas.openxmlformats.org/officeDocument/2006/relationships/image" Target="../media/image160.png"/><Relationship Id="rId15" Type="http://schemas.openxmlformats.org/officeDocument/2006/relationships/image" Target="../media/image260.png"/><Relationship Id="rId10" Type="http://schemas.openxmlformats.org/officeDocument/2006/relationships/image" Target="../media/image210.png"/><Relationship Id="rId4" Type="http://schemas.openxmlformats.org/officeDocument/2006/relationships/image" Target="../media/image150.png"/><Relationship Id="rId9" Type="http://schemas.openxmlformats.org/officeDocument/2006/relationships/image" Target="../media/image200.png"/><Relationship Id="rId14" Type="http://schemas.openxmlformats.org/officeDocument/2006/relationships/image" Target="../media/image25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90.png"/><Relationship Id="rId18" Type="http://schemas.openxmlformats.org/officeDocument/2006/relationships/image" Target="../media/image440.png"/><Relationship Id="rId3" Type="http://schemas.openxmlformats.org/officeDocument/2006/relationships/image" Target="../media/image290.png"/><Relationship Id="rId7" Type="http://schemas.openxmlformats.org/officeDocument/2006/relationships/image" Target="../media/image330.png"/><Relationship Id="rId12" Type="http://schemas.openxmlformats.org/officeDocument/2006/relationships/image" Target="../media/image380.png"/><Relationship Id="rId17" Type="http://schemas.openxmlformats.org/officeDocument/2006/relationships/image" Target="../media/image430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420.png"/><Relationship Id="rId20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310.png"/><Relationship Id="rId15" Type="http://schemas.openxmlformats.org/officeDocument/2006/relationships/image" Target="../media/image410.png"/><Relationship Id="rId10" Type="http://schemas.openxmlformats.org/officeDocument/2006/relationships/image" Target="../media/image360.png"/><Relationship Id="rId19" Type="http://schemas.openxmlformats.org/officeDocument/2006/relationships/image" Target="../media/image63.png"/><Relationship Id="rId4" Type="http://schemas.openxmlformats.org/officeDocument/2006/relationships/image" Target="../media/image300.png"/><Relationship Id="rId9" Type="http://schemas.openxmlformats.org/officeDocument/2006/relationships/image" Target="../media/image350.png"/><Relationship Id="rId14" Type="http://schemas.openxmlformats.org/officeDocument/2006/relationships/image" Target="../media/image40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45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1.png"/><Relationship Id="rId5" Type="http://schemas.openxmlformats.org/officeDocument/2006/relationships/image" Target="../media/image431.png"/><Relationship Id="rId4" Type="http://schemas.openxmlformats.org/officeDocument/2006/relationships/image" Target="../media/image8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0.png"/><Relationship Id="rId5" Type="http://schemas.openxmlformats.org/officeDocument/2006/relationships/image" Target="../media/image441.png"/><Relationship Id="rId4" Type="http://schemas.openxmlformats.org/officeDocument/2006/relationships/image" Target="../media/image43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0.png"/><Relationship Id="rId13" Type="http://schemas.openxmlformats.org/officeDocument/2006/relationships/image" Target="../media/image390.png"/><Relationship Id="rId18" Type="http://schemas.openxmlformats.org/officeDocument/2006/relationships/image" Target="../media/image120.png"/><Relationship Id="rId3" Type="http://schemas.openxmlformats.org/officeDocument/2006/relationships/image" Target="../media/image290.png"/><Relationship Id="rId21" Type="http://schemas.openxmlformats.org/officeDocument/2006/relationships/image" Target="../media/image470.png"/><Relationship Id="rId7" Type="http://schemas.openxmlformats.org/officeDocument/2006/relationships/image" Target="../media/image330.png"/><Relationship Id="rId12" Type="http://schemas.openxmlformats.org/officeDocument/2006/relationships/image" Target="../media/image380.png"/><Relationship Id="rId17" Type="http://schemas.openxmlformats.org/officeDocument/2006/relationships/image" Target="../media/image430.png"/><Relationship Id="rId2" Type="http://schemas.openxmlformats.org/officeDocument/2006/relationships/notesSlide" Target="../notesSlides/notesSlide45.xml"/><Relationship Id="rId16" Type="http://schemas.openxmlformats.org/officeDocument/2006/relationships/image" Target="../media/image420.png"/><Relationship Id="rId20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11" Type="http://schemas.openxmlformats.org/officeDocument/2006/relationships/image" Target="../media/image370.png"/><Relationship Id="rId5" Type="http://schemas.openxmlformats.org/officeDocument/2006/relationships/image" Target="../media/image310.png"/><Relationship Id="rId15" Type="http://schemas.openxmlformats.org/officeDocument/2006/relationships/image" Target="../media/image410.png"/><Relationship Id="rId10" Type="http://schemas.openxmlformats.org/officeDocument/2006/relationships/image" Target="../media/image360.png"/><Relationship Id="rId19" Type="http://schemas.openxmlformats.org/officeDocument/2006/relationships/image" Target="../media/image130.png"/><Relationship Id="rId4" Type="http://schemas.openxmlformats.org/officeDocument/2006/relationships/image" Target="../media/image300.png"/><Relationship Id="rId9" Type="http://schemas.openxmlformats.org/officeDocument/2006/relationships/image" Target="../media/image350.png"/><Relationship Id="rId14" Type="http://schemas.openxmlformats.org/officeDocument/2006/relationships/image" Target="../media/image40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50.jpe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3" Type="http://schemas.openxmlformats.org/officeDocument/2006/relationships/image" Target="../media/image50.jpe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88.png"/><Relationship Id="rId3" Type="http://schemas.openxmlformats.org/officeDocument/2006/relationships/image" Target="../media/image50.jpeg"/><Relationship Id="rId7" Type="http://schemas.openxmlformats.org/officeDocument/2006/relationships/image" Target="../media/image94.png"/><Relationship Id="rId12" Type="http://schemas.openxmlformats.org/officeDocument/2006/relationships/image" Target="../media/image87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48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6.png"/><Relationship Id="rId5" Type="http://schemas.openxmlformats.org/officeDocument/2006/relationships/image" Target="../media/image83.png"/><Relationship Id="rId15" Type="http://schemas.openxmlformats.org/officeDocument/2006/relationships/image" Target="../media/image98.png"/><Relationship Id="rId10" Type="http://schemas.openxmlformats.org/officeDocument/2006/relationships/image" Target="../media/image85.png"/><Relationship Id="rId4" Type="http://schemas.openxmlformats.org/officeDocument/2006/relationships/image" Target="../media/image93.png"/><Relationship Id="rId9" Type="http://schemas.openxmlformats.org/officeDocument/2006/relationships/image" Target="../media/image96.png"/><Relationship Id="rId14" Type="http://schemas.openxmlformats.org/officeDocument/2006/relationships/image" Target="../media/image9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88.png"/><Relationship Id="rId18" Type="http://schemas.openxmlformats.org/officeDocument/2006/relationships/image" Target="../media/image105.png"/><Relationship Id="rId3" Type="http://schemas.openxmlformats.org/officeDocument/2006/relationships/image" Target="../media/image50.jpeg"/><Relationship Id="rId7" Type="http://schemas.openxmlformats.org/officeDocument/2006/relationships/image" Target="../media/image94.png"/><Relationship Id="rId12" Type="http://schemas.openxmlformats.org/officeDocument/2006/relationships/image" Target="../media/image87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52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6.png"/><Relationship Id="rId5" Type="http://schemas.openxmlformats.org/officeDocument/2006/relationships/image" Target="../media/image83.png"/><Relationship Id="rId15" Type="http://schemas.openxmlformats.org/officeDocument/2006/relationships/image" Target="../media/image98.png"/><Relationship Id="rId10" Type="http://schemas.openxmlformats.org/officeDocument/2006/relationships/image" Target="../media/image85.png"/><Relationship Id="rId4" Type="http://schemas.openxmlformats.org/officeDocument/2006/relationships/image" Target="../media/image93.png"/><Relationship Id="rId9" Type="http://schemas.openxmlformats.org/officeDocument/2006/relationships/image" Target="../media/image96.png"/><Relationship Id="rId14" Type="http://schemas.openxmlformats.org/officeDocument/2006/relationships/image" Target="../media/image97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13" Type="http://schemas.openxmlformats.org/officeDocument/2006/relationships/image" Target="../media/image88.png"/><Relationship Id="rId18" Type="http://schemas.openxmlformats.org/officeDocument/2006/relationships/image" Target="../media/image105.png"/><Relationship Id="rId3" Type="http://schemas.openxmlformats.org/officeDocument/2006/relationships/image" Target="../media/image50.jpeg"/><Relationship Id="rId7" Type="http://schemas.openxmlformats.org/officeDocument/2006/relationships/image" Target="../media/image94.png"/><Relationship Id="rId12" Type="http://schemas.openxmlformats.org/officeDocument/2006/relationships/image" Target="../media/image87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53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6.png"/><Relationship Id="rId5" Type="http://schemas.openxmlformats.org/officeDocument/2006/relationships/image" Target="../media/image83.png"/><Relationship Id="rId15" Type="http://schemas.openxmlformats.org/officeDocument/2006/relationships/image" Target="../media/image98.png"/><Relationship Id="rId10" Type="http://schemas.openxmlformats.org/officeDocument/2006/relationships/image" Target="../media/image85.png"/><Relationship Id="rId4" Type="http://schemas.openxmlformats.org/officeDocument/2006/relationships/image" Target="../media/image93.png"/><Relationship Id="rId9" Type="http://schemas.openxmlformats.org/officeDocument/2006/relationships/image" Target="../media/image96.png"/><Relationship Id="rId14" Type="http://schemas.openxmlformats.org/officeDocument/2006/relationships/image" Target="../media/image9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82.png"/><Relationship Id="rId7" Type="http://schemas.openxmlformats.org/officeDocument/2006/relationships/image" Target="../media/image10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10" Type="http://schemas.openxmlformats.org/officeDocument/2006/relationships/image" Target="../media/image5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44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8415765" y="5371789"/>
            <a:ext cx="3704441" cy="1121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</a:t>
            </a:r>
            <a:r>
              <a:rPr lang="en-US" sz="2000">
                <a:latin typeface="나눔스퀘어" panose="020B0600000101010101" pitchFamily="50" charset="-127"/>
                <a:ea typeface="나눔스퀘어" panose="020B0600000101010101" pitchFamily="50" charset="-127"/>
              </a:rPr>
              <a:t>: Jaehyung Lim</a:t>
            </a:r>
            <a:endParaRPr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Postech Graduate School of AI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jaehyunglim@postech.ac.kr</a:t>
            </a:r>
            <a:endParaRPr sz="11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8415765" y="497865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202</a:t>
            </a:r>
            <a:r>
              <a:rPr lang="en-US" altLang="ko-KR" sz="1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-</a:t>
            </a:r>
            <a:r>
              <a:rPr lang="en-US" altLang="ko-KR" sz="1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05</a:t>
            </a:r>
            <a:r>
              <a:rPr lang="en-US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-</a:t>
            </a:r>
            <a:r>
              <a:rPr lang="en-US" altLang="ko-KR" sz="1800" b="0" u="none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16</a:t>
            </a:r>
            <a:endParaRPr sz="2000" b="0" u="none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537460" y="2582082"/>
            <a:ext cx="7239000" cy="1098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20000"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48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MLP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lang="en-US" sz="1700" dirty="0">
              <a:solidFill>
                <a:schemeClr val="dk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202</a:t>
            </a:r>
            <a:r>
              <a:rPr lang="en-US" altLang="ko-KR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6</a:t>
            </a:r>
            <a:r>
              <a:rPr 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700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청소년 수리 인공지능 아카데미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D1D9A8-EE30-2258-1145-7E83A8199D2D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FEA8AF5-6AA7-F76E-5D21-3F4AFFB0ADE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/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/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Regression</a:t>
              </a:r>
              <a:endParaRPr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4697295-8771-DBC6-65A4-4BD9F77E2B02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Google Shape;120;p3">
                <a:extLst>
                  <a:ext uri="{FF2B5EF4-FFF2-40B4-BE49-F238E27FC236}">
                    <a16:creationId xmlns:a16="http://schemas.microsoft.com/office/drawing/2014/main" id="{C49A1FC8-3851-4B30-7A44-18F38C1B7B2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입력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𝑥</m:t>
                    </m:r>
                  </m:oMath>
                </a14:m>
                <a:r>
                  <a:rPr lang="ko-KR" altLang="en-US" sz="200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에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대한 결과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</m:oMath>
                </a14:m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의 관계를 모델링하는 것</a:t>
                </a: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연속적인 값</a:t>
                </a: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Ex)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𝑥</m:t>
                    </m:r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발사이즈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키</a:t>
                </a: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Ex)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𝑥</m:t>
                    </m:r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발사이즈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남성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혹은 여성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일 확률</a:t>
                </a: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5" name="Google Shape;120;p3">
                <a:extLst>
                  <a:ext uri="{FF2B5EF4-FFF2-40B4-BE49-F238E27FC236}">
                    <a16:creationId xmlns:a16="http://schemas.microsoft.com/office/drawing/2014/main" id="{C49A1FC8-3851-4B30-7A44-18F38C1B7B2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951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C830F92-E1B5-141C-9660-00A390BD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4B4B7E50-4B5A-470C-7926-48BFBC5DB764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E0AF8110-07E3-EB32-DF1E-E3A875509B8E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24ADA92-347C-31ED-A4EF-4604C15E6AB0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59270E2-551F-F7D2-1D6E-FDA6EAEA8FC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51650D9F-387B-29F7-5B03-E5CD2D407229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Linear Regression</a:t>
              </a:r>
              <a:endParaRPr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A855949-C49D-A3AD-BA15-DD875C0C04C2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F19C9EB1-75B0-5A70-A87E-4B3E2B467EB9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D7C71E0-CEB0-01D7-02B3-AE6B4F5492F7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E28ACE-77A5-C9EA-B2C2-EA0B6346D5AC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9A014C-DA01-2B4E-0360-3657C4CE3CCA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(cm)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BCCB0DC-2B04-A5F7-05C0-0A92EA3D2F79}"/>
              </a:ext>
            </a:extLst>
          </p:cNvPr>
          <p:cNvSpPr/>
          <p:nvPr/>
        </p:nvSpPr>
        <p:spPr>
          <a:xfrm>
            <a:off x="3455648" y="585815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8FBC755-EFA2-8FA7-FAED-C8590A9D988F}"/>
              </a:ext>
            </a:extLst>
          </p:cNvPr>
          <p:cNvSpPr/>
          <p:nvPr/>
        </p:nvSpPr>
        <p:spPr>
          <a:xfrm>
            <a:off x="3197115" y="559065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DF8803F-BDD2-FB7A-D9BA-B6B2D56CA8D8}"/>
              </a:ext>
            </a:extLst>
          </p:cNvPr>
          <p:cNvSpPr/>
          <p:nvPr/>
        </p:nvSpPr>
        <p:spPr>
          <a:xfrm>
            <a:off x="3455648" y="536628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6CBB79B-391B-C71A-D3CF-2E1C2272A077}"/>
              </a:ext>
            </a:extLst>
          </p:cNvPr>
          <p:cNvSpPr/>
          <p:nvPr/>
        </p:nvSpPr>
        <p:spPr>
          <a:xfrm>
            <a:off x="3931897" y="554459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0583317-7CBE-43EF-E7C1-4E543FF27A24}"/>
              </a:ext>
            </a:extLst>
          </p:cNvPr>
          <p:cNvSpPr/>
          <p:nvPr/>
        </p:nvSpPr>
        <p:spPr>
          <a:xfrm>
            <a:off x="4198598" y="481708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58C8858-9066-4281-879C-9BCA5119E9EE}"/>
              </a:ext>
            </a:extLst>
          </p:cNvPr>
          <p:cNvSpPr/>
          <p:nvPr/>
        </p:nvSpPr>
        <p:spPr>
          <a:xfrm>
            <a:off x="4198598" y="530895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495553A-E31B-F37E-9CAA-1F92ACBC6A1F}"/>
              </a:ext>
            </a:extLst>
          </p:cNvPr>
          <p:cNvSpPr/>
          <p:nvPr/>
        </p:nvSpPr>
        <p:spPr>
          <a:xfrm>
            <a:off x="4587764" y="528608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E313373-E903-9952-9E57-F09789F87C94}"/>
              </a:ext>
            </a:extLst>
          </p:cNvPr>
          <p:cNvSpPr/>
          <p:nvPr/>
        </p:nvSpPr>
        <p:spPr>
          <a:xfrm>
            <a:off x="4511564" y="464301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63E0F351-643B-D16C-8480-E8A1F73A9697}"/>
              </a:ext>
            </a:extLst>
          </p:cNvPr>
          <p:cNvSpPr/>
          <p:nvPr/>
        </p:nvSpPr>
        <p:spPr>
          <a:xfrm>
            <a:off x="5179673" y="413735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7BA9049-EA3A-0203-1F1D-D1E5EDB3952D}"/>
              </a:ext>
            </a:extLst>
          </p:cNvPr>
          <p:cNvSpPr/>
          <p:nvPr/>
        </p:nvSpPr>
        <p:spPr>
          <a:xfrm>
            <a:off x="4587764" y="501753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59260CAA-82B2-1EB7-182C-08E8FE37E853}"/>
              </a:ext>
            </a:extLst>
          </p:cNvPr>
          <p:cNvSpPr/>
          <p:nvPr/>
        </p:nvSpPr>
        <p:spPr>
          <a:xfrm rot="19439823">
            <a:off x="5179673" y="501022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DAAB7E0-D29C-B8A2-B60F-250F446A8711}"/>
              </a:ext>
            </a:extLst>
          </p:cNvPr>
          <p:cNvSpPr/>
          <p:nvPr/>
        </p:nvSpPr>
        <p:spPr>
          <a:xfrm>
            <a:off x="5806963" y="48681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9A8F048-0DE3-2571-7870-58620E0295DC}"/>
              </a:ext>
            </a:extLst>
          </p:cNvPr>
          <p:cNvSpPr/>
          <p:nvPr/>
        </p:nvSpPr>
        <p:spPr>
          <a:xfrm>
            <a:off x="4678099" y="454351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B8BD043-32CF-95EC-FF4D-DAD0148ABC51}"/>
              </a:ext>
            </a:extLst>
          </p:cNvPr>
          <p:cNvSpPr/>
          <p:nvPr/>
        </p:nvSpPr>
        <p:spPr>
          <a:xfrm>
            <a:off x="4869956" y="419686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4D43C934-DE5B-6D5A-CC78-61EC4C6A6CF9}"/>
              </a:ext>
            </a:extLst>
          </p:cNvPr>
          <p:cNvSpPr/>
          <p:nvPr/>
        </p:nvSpPr>
        <p:spPr>
          <a:xfrm>
            <a:off x="5022356" y="477364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E2E6253-A942-D5D3-AF1F-4CD25F6CB3D3}"/>
              </a:ext>
            </a:extLst>
          </p:cNvPr>
          <p:cNvSpPr/>
          <p:nvPr/>
        </p:nvSpPr>
        <p:spPr>
          <a:xfrm>
            <a:off x="5332073" y="285286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E1C6FC9-9EE2-A646-0AEA-F74F8D4AB9B3}"/>
              </a:ext>
            </a:extLst>
          </p:cNvPr>
          <p:cNvSpPr/>
          <p:nvPr/>
        </p:nvSpPr>
        <p:spPr>
          <a:xfrm>
            <a:off x="5679582" y="426181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E1E032A-7F19-19A5-AD32-A15786780581}"/>
              </a:ext>
            </a:extLst>
          </p:cNvPr>
          <p:cNvSpPr/>
          <p:nvPr/>
        </p:nvSpPr>
        <p:spPr>
          <a:xfrm>
            <a:off x="6068748" y="423894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999BE4F-1AE5-B156-9E94-367A526667E1}"/>
              </a:ext>
            </a:extLst>
          </p:cNvPr>
          <p:cNvSpPr/>
          <p:nvPr/>
        </p:nvSpPr>
        <p:spPr>
          <a:xfrm>
            <a:off x="5844757" y="3379167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1B18D4D-5163-E3E4-9879-93864C684D36}"/>
              </a:ext>
            </a:extLst>
          </p:cNvPr>
          <p:cNvSpPr/>
          <p:nvPr/>
        </p:nvSpPr>
        <p:spPr>
          <a:xfrm>
            <a:off x="6660657" y="309021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A4ACFC8F-95C3-87A5-4814-7BDC586440E1}"/>
              </a:ext>
            </a:extLst>
          </p:cNvPr>
          <p:cNvSpPr/>
          <p:nvPr/>
        </p:nvSpPr>
        <p:spPr>
          <a:xfrm>
            <a:off x="6068748" y="397039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3472550A-9EFB-92B2-D635-925E7A6528BA}"/>
              </a:ext>
            </a:extLst>
          </p:cNvPr>
          <p:cNvSpPr/>
          <p:nvPr/>
        </p:nvSpPr>
        <p:spPr>
          <a:xfrm rot="19439823">
            <a:off x="6660657" y="3963085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24D8BB-D015-F74F-4EDE-EF9FCA0441C9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985F34-05F5-D963-D64D-EE24B24062E5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37BDA-9969-B062-B303-C73361A28394}"/>
              </a:ext>
            </a:extLst>
          </p:cNvPr>
          <p:cNvSpPr txBox="1"/>
          <p:nvPr/>
        </p:nvSpPr>
        <p:spPr>
          <a:xfrm>
            <a:off x="2346408" y="5834410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160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1EB063-DD88-2607-0405-5F9A7870CEC7}"/>
              </a:ext>
            </a:extLst>
          </p:cNvPr>
          <p:cNvSpPr txBox="1"/>
          <p:nvPr/>
        </p:nvSpPr>
        <p:spPr>
          <a:xfrm>
            <a:off x="2346408" y="2843718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F14AF61-06A7-D947-05B1-2FF8F9F845F3}"/>
              </a:ext>
            </a:extLst>
          </p:cNvPr>
          <p:cNvSpPr/>
          <p:nvPr/>
        </p:nvSpPr>
        <p:spPr>
          <a:xfrm>
            <a:off x="6048072" y="300888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92D4E3E4-A762-0039-3235-F013D1E92405}"/>
              </a:ext>
            </a:extLst>
          </p:cNvPr>
          <p:cNvSpPr/>
          <p:nvPr/>
        </p:nvSpPr>
        <p:spPr>
          <a:xfrm rot="19439823">
            <a:off x="6660658" y="52098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3CAAD3E1-4679-CCD9-F613-1AF4CA7CA2AA}"/>
              </a:ext>
            </a:extLst>
          </p:cNvPr>
          <p:cNvSpPr/>
          <p:nvPr/>
        </p:nvSpPr>
        <p:spPr>
          <a:xfrm>
            <a:off x="6360861" y="351233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AAC20C2-C7E0-A000-AB10-4A6F8DC07ABA}"/>
              </a:ext>
            </a:extLst>
          </p:cNvPr>
          <p:cNvSpPr/>
          <p:nvPr/>
        </p:nvSpPr>
        <p:spPr>
          <a:xfrm>
            <a:off x="6360861" y="32437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B9C6598-B490-7115-AF31-9BEED675A5D0}"/>
              </a:ext>
            </a:extLst>
          </p:cNvPr>
          <p:cNvSpPr/>
          <p:nvPr/>
        </p:nvSpPr>
        <p:spPr>
          <a:xfrm rot="19439823">
            <a:off x="6952770" y="323647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62044DDD-69D1-3A82-0612-0FFF7AFDF5E9}"/>
              </a:ext>
            </a:extLst>
          </p:cNvPr>
          <p:cNvSpPr/>
          <p:nvPr/>
        </p:nvSpPr>
        <p:spPr>
          <a:xfrm rot="19439823">
            <a:off x="7326196" y="25249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12C5A5-8452-C56C-AB3B-2EB291EA42B7}"/>
              </a:ext>
            </a:extLst>
          </p:cNvPr>
          <p:cNvSpPr txBox="1"/>
          <p:nvPr/>
        </p:nvSpPr>
        <p:spPr>
          <a:xfrm>
            <a:off x="8074047" y="3923423"/>
            <a:ext cx="31892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If </a:t>
            </a:r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270, </a:t>
            </a:r>
            <a:r>
              <a:rPr kumimoji="1" lang="ko-KR" altLang="en-US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kumimoji="1" lang="en-US" altLang="ko-KR" sz="2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kumimoji="1" lang="ko-KR" altLang="en-US" sz="2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Google Shape;120;p3">
            <a:extLst>
              <a:ext uri="{FF2B5EF4-FFF2-40B4-BE49-F238E27FC236}">
                <a16:creationId xmlns:a16="http://schemas.microsoft.com/office/drawing/2014/main" id="{94D395AF-874C-8B80-1804-4B6850BAF3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대한 결과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관계를 모델링하는 것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5010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E296C72-0F7B-0C39-865B-745E98618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A47A5A2-3180-2086-1C1C-E4B85586D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대한 결과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y(</a:t>
            </a:r>
            <a:r>
              <a:rPr lang="ko-KR" altLang="en-US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선형 관계를 모델링하는 것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AFFB96AA-C563-1518-2E17-531553FE2AED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39EE240-258A-B3BD-9ED6-B44368696E3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654F055-60AA-12E0-8AAC-B585015D286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D95AD681-D914-3153-602C-6D1F26B60A2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89025B2-4848-B584-27A3-119962A8692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Linear Regression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DC62CF6-D9E7-53AF-9902-65390D09D5E0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3ADFCB2-9727-CCBD-20C7-B2969893CE4F}"/>
              </a:ext>
            </a:extLst>
          </p:cNvPr>
          <p:cNvCxnSpPr>
            <a:cxnSpLocks/>
          </p:cNvCxnSpPr>
          <p:nvPr/>
        </p:nvCxnSpPr>
        <p:spPr>
          <a:xfrm>
            <a:off x="2855573" y="6386294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4FBDAA5-802D-8648-C68F-5240BC3BD373}"/>
              </a:ext>
            </a:extLst>
          </p:cNvPr>
          <p:cNvCxnSpPr>
            <a:cxnSpLocks/>
          </p:cNvCxnSpPr>
          <p:nvPr/>
        </p:nvCxnSpPr>
        <p:spPr>
          <a:xfrm flipV="1">
            <a:off x="2979398" y="2547719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7F2CDA71-F157-6F50-18B3-28D5D4CA6C52}"/>
              </a:ext>
            </a:extLst>
          </p:cNvPr>
          <p:cNvSpPr/>
          <p:nvPr/>
        </p:nvSpPr>
        <p:spPr>
          <a:xfrm>
            <a:off x="3455648" y="610225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41A1978-089F-F20F-4B2A-90E6011FBC3F}"/>
              </a:ext>
            </a:extLst>
          </p:cNvPr>
          <p:cNvSpPr/>
          <p:nvPr/>
        </p:nvSpPr>
        <p:spPr>
          <a:xfrm>
            <a:off x="3197115" y="568303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72E8757-2B9C-ABB7-ADC1-094020596AA0}"/>
              </a:ext>
            </a:extLst>
          </p:cNvPr>
          <p:cNvSpPr/>
          <p:nvPr/>
        </p:nvSpPr>
        <p:spPr>
          <a:xfrm>
            <a:off x="4198598" y="506119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610DA84-10F8-0C1F-8957-2C38140BEF11}"/>
              </a:ext>
            </a:extLst>
          </p:cNvPr>
          <p:cNvSpPr/>
          <p:nvPr/>
        </p:nvSpPr>
        <p:spPr>
          <a:xfrm>
            <a:off x="4511564" y="488711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57045937-9B2C-4472-DA4A-7DFBE17D65B5}"/>
              </a:ext>
            </a:extLst>
          </p:cNvPr>
          <p:cNvSpPr/>
          <p:nvPr/>
        </p:nvSpPr>
        <p:spPr>
          <a:xfrm>
            <a:off x="4587764" y="526164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CF0BAB9-ECF3-3E8B-972E-5C6107DA3F69}"/>
              </a:ext>
            </a:extLst>
          </p:cNvPr>
          <p:cNvSpPr/>
          <p:nvPr/>
        </p:nvSpPr>
        <p:spPr>
          <a:xfrm rot="19439823">
            <a:off x="5179673" y="525433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1185661-AE3B-61F0-AD5C-58F3B2703DD3}"/>
              </a:ext>
            </a:extLst>
          </p:cNvPr>
          <p:cNvSpPr/>
          <p:nvPr/>
        </p:nvSpPr>
        <p:spPr>
          <a:xfrm>
            <a:off x="5806963" y="511222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3048B439-8947-B191-69E7-5A32E90BDB1D}"/>
              </a:ext>
            </a:extLst>
          </p:cNvPr>
          <p:cNvSpPr/>
          <p:nvPr/>
        </p:nvSpPr>
        <p:spPr>
          <a:xfrm>
            <a:off x="4869956" y="444096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10A871F-1A30-0F7A-6ED9-340E712E6C45}"/>
              </a:ext>
            </a:extLst>
          </p:cNvPr>
          <p:cNvSpPr/>
          <p:nvPr/>
        </p:nvSpPr>
        <p:spPr>
          <a:xfrm>
            <a:off x="5332073" y="30969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6989AD5E-6675-02B1-3A27-AC7999EBE343}"/>
              </a:ext>
            </a:extLst>
          </p:cNvPr>
          <p:cNvSpPr/>
          <p:nvPr/>
        </p:nvSpPr>
        <p:spPr>
          <a:xfrm>
            <a:off x="7295958" y="381297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D8A3EA34-3844-DA80-0F3E-6D8CE224FEA4}"/>
              </a:ext>
            </a:extLst>
          </p:cNvPr>
          <p:cNvSpPr/>
          <p:nvPr/>
        </p:nvSpPr>
        <p:spPr>
          <a:xfrm>
            <a:off x="6660657" y="333432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1FFF12C5-ABE8-1D2E-5D5A-001DDC1CA7A6}"/>
              </a:ext>
            </a:extLst>
          </p:cNvPr>
          <p:cNvSpPr/>
          <p:nvPr/>
        </p:nvSpPr>
        <p:spPr>
          <a:xfrm>
            <a:off x="6048072" y="32529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8BFB145E-0EC5-AE09-B865-3732BC484E95}"/>
              </a:ext>
            </a:extLst>
          </p:cNvPr>
          <p:cNvSpPr/>
          <p:nvPr/>
        </p:nvSpPr>
        <p:spPr>
          <a:xfrm rot="19439823">
            <a:off x="6660658" y="545399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3476D8EE-6EAC-6F97-9CC0-215D04FB3E89}"/>
              </a:ext>
            </a:extLst>
          </p:cNvPr>
          <p:cNvSpPr/>
          <p:nvPr/>
        </p:nvSpPr>
        <p:spPr>
          <a:xfrm>
            <a:off x="6360861" y="375643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8DA760F-B357-A912-5158-BFFC4117782A}"/>
              </a:ext>
            </a:extLst>
          </p:cNvPr>
          <p:cNvSpPr/>
          <p:nvPr/>
        </p:nvSpPr>
        <p:spPr>
          <a:xfrm>
            <a:off x="6360861" y="348788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280955C-E6AA-C189-B1BB-48FAF681C93A}"/>
              </a:ext>
            </a:extLst>
          </p:cNvPr>
          <p:cNvSpPr/>
          <p:nvPr/>
        </p:nvSpPr>
        <p:spPr>
          <a:xfrm rot="19439823">
            <a:off x="7326196" y="276900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15D4AAEF-5A4B-2FB8-8F64-539E13826E1E}"/>
              </a:ext>
            </a:extLst>
          </p:cNvPr>
          <p:cNvCxnSpPr/>
          <p:nvPr/>
        </p:nvCxnSpPr>
        <p:spPr>
          <a:xfrm flipV="1">
            <a:off x="2855573" y="2612838"/>
            <a:ext cx="5731078" cy="361956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6BA189-3D73-7247-76B8-5121DA1F5FF1}"/>
                  </a:ext>
                </a:extLst>
              </p:cNvPr>
              <p:cNvSpPr txBox="1"/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𝑥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E6BA189-3D73-7247-76B8-5121DA1F5F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AD7C1D-2D3C-D098-032E-2E10CE5C2F99}"/>
                  </a:ext>
                </a:extLst>
              </p:cNvPr>
              <p:cNvSpPr txBox="1"/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6AD7C1D-2D3C-D098-032E-2E10CE5C2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469B5C-45CA-7489-BAB0-501FE1909CF3}"/>
                  </a:ext>
                </a:extLst>
              </p:cNvPr>
              <p:cNvSpPr txBox="1"/>
              <p:nvPr/>
            </p:nvSpPr>
            <p:spPr>
              <a:xfrm>
                <a:off x="8507877" y="2397709"/>
                <a:ext cx="12931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𝑎𝑥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0469B5C-45CA-7489-BAB0-501FE1909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77" y="2397709"/>
                <a:ext cx="1293153" cy="307777"/>
              </a:xfrm>
              <a:prstGeom prst="rect">
                <a:avLst/>
              </a:prstGeom>
              <a:blipFill>
                <a:blip r:embed="rId5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9795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C526B563-BF08-3292-71B1-5D3E1A88A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B3812BF-77C1-3A54-7CDD-21BF1F3567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CE5F6032-A996-D8D8-434D-9216C0DE1764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D3B5805-0E80-AA9E-B24C-441314F145D4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81B517F-22EB-E37E-FB3C-E3451C193076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B6947C71-C2E2-BF17-40A3-2E3E1DAFECF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BF7C960-CFA0-71A3-F3EB-4FC64A47BB2F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Linear Regression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CA20C4B-C430-3ABC-0211-FB16C014A1D8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022AD934-3FCF-1963-E8DE-0F1BC6BEAD91}"/>
              </a:ext>
            </a:extLst>
          </p:cNvPr>
          <p:cNvCxnSpPr>
            <a:cxnSpLocks/>
          </p:cNvCxnSpPr>
          <p:nvPr/>
        </p:nvCxnSpPr>
        <p:spPr>
          <a:xfrm>
            <a:off x="2855573" y="6386294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2484996-C610-246A-8560-B7ED24D073B3}"/>
              </a:ext>
            </a:extLst>
          </p:cNvPr>
          <p:cNvCxnSpPr>
            <a:cxnSpLocks/>
          </p:cNvCxnSpPr>
          <p:nvPr/>
        </p:nvCxnSpPr>
        <p:spPr>
          <a:xfrm flipV="1">
            <a:off x="2979398" y="2547719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D7FD3E1F-4176-9072-2A8D-5D6708E03D45}"/>
              </a:ext>
            </a:extLst>
          </p:cNvPr>
          <p:cNvSpPr/>
          <p:nvPr/>
        </p:nvSpPr>
        <p:spPr>
          <a:xfrm>
            <a:off x="3455648" y="610225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A05F4D7-6DD4-3DA8-54FD-525A267AE911}"/>
              </a:ext>
            </a:extLst>
          </p:cNvPr>
          <p:cNvSpPr/>
          <p:nvPr/>
        </p:nvSpPr>
        <p:spPr>
          <a:xfrm>
            <a:off x="3357988" y="562692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4AF6BD6-9335-FD86-028D-5E1DB719DE9E}"/>
              </a:ext>
            </a:extLst>
          </p:cNvPr>
          <p:cNvSpPr/>
          <p:nvPr/>
        </p:nvSpPr>
        <p:spPr>
          <a:xfrm>
            <a:off x="4361335" y="45801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FE81FC71-FE09-544B-0C14-E925C29F656C}"/>
              </a:ext>
            </a:extLst>
          </p:cNvPr>
          <p:cNvSpPr/>
          <p:nvPr/>
        </p:nvSpPr>
        <p:spPr>
          <a:xfrm>
            <a:off x="4068792" y="556043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DBCFFC0-BDB9-0D3C-BCA8-AAFA395427CA}"/>
              </a:ext>
            </a:extLst>
          </p:cNvPr>
          <p:cNvSpPr/>
          <p:nvPr/>
        </p:nvSpPr>
        <p:spPr>
          <a:xfrm rot="19439823">
            <a:off x="5332074" y="489023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D30B8533-C799-52D0-1A75-D21173CEB4D6}"/>
              </a:ext>
            </a:extLst>
          </p:cNvPr>
          <p:cNvSpPr/>
          <p:nvPr/>
        </p:nvSpPr>
        <p:spPr>
          <a:xfrm>
            <a:off x="6074136" y="492047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487D0553-96C6-A4AD-D3E4-2D70595F5C86}"/>
              </a:ext>
            </a:extLst>
          </p:cNvPr>
          <p:cNvSpPr/>
          <p:nvPr/>
        </p:nvSpPr>
        <p:spPr>
          <a:xfrm>
            <a:off x="5332073" y="30969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DA69B19-93F1-FA4F-67C4-CFC63239E269}"/>
              </a:ext>
            </a:extLst>
          </p:cNvPr>
          <p:cNvSpPr/>
          <p:nvPr/>
        </p:nvSpPr>
        <p:spPr>
          <a:xfrm>
            <a:off x="7356434" y="394674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A44F091-DD3E-D09C-C77B-FC612F47FA71}"/>
              </a:ext>
            </a:extLst>
          </p:cNvPr>
          <p:cNvSpPr/>
          <p:nvPr/>
        </p:nvSpPr>
        <p:spPr>
          <a:xfrm>
            <a:off x="6660657" y="333432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A22378B-5D2A-D2E2-21BA-7FEE5BCB4C69}"/>
              </a:ext>
            </a:extLst>
          </p:cNvPr>
          <p:cNvSpPr/>
          <p:nvPr/>
        </p:nvSpPr>
        <p:spPr>
          <a:xfrm>
            <a:off x="6048072" y="32529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EBA4234-4E7B-022C-F197-FD110B950CEA}"/>
              </a:ext>
            </a:extLst>
          </p:cNvPr>
          <p:cNvSpPr/>
          <p:nvPr/>
        </p:nvSpPr>
        <p:spPr>
          <a:xfrm rot="19439823">
            <a:off x="6584456" y="42815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B8C3B77-6EAE-A31F-A632-48922A50C1A1}"/>
              </a:ext>
            </a:extLst>
          </p:cNvPr>
          <p:cNvSpPr/>
          <p:nvPr/>
        </p:nvSpPr>
        <p:spPr>
          <a:xfrm>
            <a:off x="5966767" y="3774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EBA23137-1332-30B6-C899-25044D358BCB}"/>
              </a:ext>
            </a:extLst>
          </p:cNvPr>
          <p:cNvSpPr/>
          <p:nvPr/>
        </p:nvSpPr>
        <p:spPr>
          <a:xfrm>
            <a:off x="6883162" y="301912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EB23F47-E00A-F691-36A3-25601E8B8EBC}"/>
              </a:ext>
            </a:extLst>
          </p:cNvPr>
          <p:cNvSpPr/>
          <p:nvPr/>
        </p:nvSpPr>
        <p:spPr>
          <a:xfrm rot="19439823">
            <a:off x="7539072" y="26707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A2A17AA1-939C-D5A3-0923-F77BB827EA02}"/>
              </a:ext>
            </a:extLst>
          </p:cNvPr>
          <p:cNvCxnSpPr/>
          <p:nvPr/>
        </p:nvCxnSpPr>
        <p:spPr>
          <a:xfrm flipV="1">
            <a:off x="2855573" y="2612838"/>
            <a:ext cx="5731078" cy="3619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469E54-55C7-E941-7817-1FB4DDB7EF0D}"/>
                  </a:ext>
                </a:extLst>
              </p:cNvPr>
              <p:cNvSpPr txBox="1"/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𝑥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E469E54-55C7-E941-7817-1FB4DDB7E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15497F-39DB-FA29-9E00-221522E90461}"/>
                  </a:ext>
                </a:extLst>
              </p:cNvPr>
              <p:cNvSpPr txBox="1"/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815497F-39DB-FA29-9E00-221522E90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FF2360-73F2-F6B8-EAC0-466CD6C5219B}"/>
                  </a:ext>
                </a:extLst>
              </p:cNvPr>
              <p:cNvSpPr txBox="1"/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𝑎𝑥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FF2360-73F2-F6B8-EAC0-466CD6C52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49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F761285-B948-EC67-E32B-B2C84A0EB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B878F5A6-91FB-5D77-81FB-19F9E1978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B4E5358C-193F-91FB-CE84-36BAA0B00025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5EF6F51-1F4D-019F-2F3E-10C298F028A9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3D22A0F-56F5-5676-117B-EB0B08F1EDED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A1EC246E-B7AC-6149-E108-6DD07C4D84D5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00918065-6703-280B-65F7-26495EBDBB10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Linear Regression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75D57CE-A83B-E9C0-4067-C523A6A15551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81D21FB-61AF-E872-7E1A-693E9A49505D}"/>
              </a:ext>
            </a:extLst>
          </p:cNvPr>
          <p:cNvCxnSpPr>
            <a:cxnSpLocks/>
          </p:cNvCxnSpPr>
          <p:nvPr/>
        </p:nvCxnSpPr>
        <p:spPr>
          <a:xfrm>
            <a:off x="2855573" y="6386294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DA0420E-067D-CFBD-27A9-C167B1B08554}"/>
              </a:ext>
            </a:extLst>
          </p:cNvPr>
          <p:cNvCxnSpPr>
            <a:cxnSpLocks/>
          </p:cNvCxnSpPr>
          <p:nvPr/>
        </p:nvCxnSpPr>
        <p:spPr>
          <a:xfrm flipV="1">
            <a:off x="2979398" y="2547719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E81D780F-FA97-3420-0029-7E1D58FCAF65}"/>
              </a:ext>
            </a:extLst>
          </p:cNvPr>
          <p:cNvSpPr/>
          <p:nvPr/>
        </p:nvSpPr>
        <p:spPr>
          <a:xfrm>
            <a:off x="3455648" y="610225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BFBC8BD6-8A8A-8A43-5D3C-E6F64E866C06}"/>
              </a:ext>
            </a:extLst>
          </p:cNvPr>
          <p:cNvSpPr/>
          <p:nvPr/>
        </p:nvSpPr>
        <p:spPr>
          <a:xfrm>
            <a:off x="3357988" y="562692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E441B63-9645-82A0-B6F8-41AF568C928F}"/>
              </a:ext>
            </a:extLst>
          </p:cNvPr>
          <p:cNvSpPr/>
          <p:nvPr/>
        </p:nvSpPr>
        <p:spPr>
          <a:xfrm>
            <a:off x="4361335" y="45801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E0EA99D-39F5-75D5-D90D-29C86F842275}"/>
              </a:ext>
            </a:extLst>
          </p:cNvPr>
          <p:cNvSpPr/>
          <p:nvPr/>
        </p:nvSpPr>
        <p:spPr>
          <a:xfrm>
            <a:off x="4068792" y="556043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94482E1-B64E-D212-B3AA-5A04CF2FB7DC}"/>
              </a:ext>
            </a:extLst>
          </p:cNvPr>
          <p:cNvSpPr/>
          <p:nvPr/>
        </p:nvSpPr>
        <p:spPr>
          <a:xfrm rot="19439823">
            <a:off x="5332074" y="489023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BAC2DF19-985D-CCCE-5062-4DE60176DF8A}"/>
              </a:ext>
            </a:extLst>
          </p:cNvPr>
          <p:cNvSpPr/>
          <p:nvPr/>
        </p:nvSpPr>
        <p:spPr>
          <a:xfrm>
            <a:off x="6074136" y="492047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DAE110BE-BE22-6DA0-724F-1FF4D0EB8EA0}"/>
              </a:ext>
            </a:extLst>
          </p:cNvPr>
          <p:cNvSpPr/>
          <p:nvPr/>
        </p:nvSpPr>
        <p:spPr>
          <a:xfrm>
            <a:off x="5332073" y="30969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3BE55FB-FAE6-7034-2946-A5B9A1E6A95A}"/>
              </a:ext>
            </a:extLst>
          </p:cNvPr>
          <p:cNvSpPr/>
          <p:nvPr/>
        </p:nvSpPr>
        <p:spPr>
          <a:xfrm>
            <a:off x="7356434" y="394674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113BCF9-B518-5BE4-79A4-E7BB8681AB1A}"/>
              </a:ext>
            </a:extLst>
          </p:cNvPr>
          <p:cNvSpPr/>
          <p:nvPr/>
        </p:nvSpPr>
        <p:spPr>
          <a:xfrm>
            <a:off x="6660657" y="333432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7B10CE1-E3CC-5334-79D1-8BEADFCCE21D}"/>
              </a:ext>
            </a:extLst>
          </p:cNvPr>
          <p:cNvSpPr/>
          <p:nvPr/>
        </p:nvSpPr>
        <p:spPr>
          <a:xfrm>
            <a:off x="6048072" y="32529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CF449DCE-9D00-07E5-4D27-5927FFA01A3A}"/>
              </a:ext>
            </a:extLst>
          </p:cNvPr>
          <p:cNvSpPr/>
          <p:nvPr/>
        </p:nvSpPr>
        <p:spPr>
          <a:xfrm rot="19439823">
            <a:off x="6584456" y="42815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F23BBD5-C2C2-3F8C-C885-4FA0251B033A}"/>
              </a:ext>
            </a:extLst>
          </p:cNvPr>
          <p:cNvSpPr/>
          <p:nvPr/>
        </p:nvSpPr>
        <p:spPr>
          <a:xfrm>
            <a:off x="5966767" y="3774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CCEB039-BAE3-6138-0260-B78E1724CBA6}"/>
              </a:ext>
            </a:extLst>
          </p:cNvPr>
          <p:cNvSpPr/>
          <p:nvPr/>
        </p:nvSpPr>
        <p:spPr>
          <a:xfrm>
            <a:off x="6883162" y="301912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B68D065-FCFA-0A69-91BB-0CAEC042FFF1}"/>
              </a:ext>
            </a:extLst>
          </p:cNvPr>
          <p:cNvSpPr/>
          <p:nvPr/>
        </p:nvSpPr>
        <p:spPr>
          <a:xfrm rot="19439823">
            <a:off x="7539072" y="26707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4E26994A-30D5-48EB-0B37-997EC79F7B50}"/>
              </a:ext>
            </a:extLst>
          </p:cNvPr>
          <p:cNvCxnSpPr/>
          <p:nvPr/>
        </p:nvCxnSpPr>
        <p:spPr>
          <a:xfrm flipV="1">
            <a:off x="2855573" y="2612838"/>
            <a:ext cx="5731078" cy="3619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9DFA09-D8B9-3DB3-7F36-692DB01AB315}"/>
                  </a:ext>
                </a:extLst>
              </p:cNvPr>
              <p:cNvSpPr txBox="1"/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𝑥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9DFA09-D8B9-3DB3-7F36-692DB01AB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49" y="6222168"/>
                <a:ext cx="405197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E4E223-3277-C2BB-092C-7DFBFCEE17B0}"/>
                  </a:ext>
                </a:extLst>
              </p:cNvPr>
              <p:cNvSpPr txBox="1"/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kumimoji="1"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E4E223-3277-C2BB-092C-7DFBFCEE1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17" y="2439123"/>
                <a:ext cx="405197" cy="307777"/>
              </a:xfrm>
              <a:prstGeom prst="rect">
                <a:avLst/>
              </a:prstGeom>
              <a:blipFill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CC699C-71B6-8AF0-AAE7-E3AC583E4FF7}"/>
                  </a:ext>
                </a:extLst>
              </p:cNvPr>
              <p:cNvSpPr txBox="1"/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𝑎𝑥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FCC699C-71B6-8AF0-AAE7-E3AC583E4F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F0362F5D-B688-85AB-3875-686E4403FF39}"/>
              </a:ext>
            </a:extLst>
          </p:cNvPr>
          <p:cNvCxnSpPr>
            <a:cxnSpLocks/>
          </p:cNvCxnSpPr>
          <p:nvPr/>
        </p:nvCxnSpPr>
        <p:spPr>
          <a:xfrm>
            <a:off x="4437535" y="4732579"/>
            <a:ext cx="0" cy="5081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5A099A63-B333-5146-A81D-58E465ECF9E0}"/>
              </a:ext>
            </a:extLst>
          </p:cNvPr>
          <p:cNvCxnSpPr>
            <a:cxnSpLocks/>
          </p:cNvCxnSpPr>
          <p:nvPr/>
        </p:nvCxnSpPr>
        <p:spPr>
          <a:xfrm>
            <a:off x="3434188" y="5799800"/>
            <a:ext cx="0" cy="687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EF916032-DB54-7CE0-D16F-F699DA226051}"/>
              </a:ext>
            </a:extLst>
          </p:cNvPr>
          <p:cNvCxnSpPr>
            <a:cxnSpLocks/>
          </p:cNvCxnSpPr>
          <p:nvPr/>
        </p:nvCxnSpPr>
        <p:spPr>
          <a:xfrm>
            <a:off x="3533624" y="5779328"/>
            <a:ext cx="0" cy="322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66BF5B73-2430-C43E-13C3-BCCF0229CFA0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144992" y="5411337"/>
            <a:ext cx="0" cy="1490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FB28D675-2428-1C4E-C51C-0F902A12A995}"/>
              </a:ext>
            </a:extLst>
          </p:cNvPr>
          <p:cNvCxnSpPr>
            <a:cxnSpLocks/>
          </p:cNvCxnSpPr>
          <p:nvPr/>
        </p:nvCxnSpPr>
        <p:spPr>
          <a:xfrm>
            <a:off x="5408273" y="3249371"/>
            <a:ext cx="0" cy="14070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90E38B0B-FF2D-AB91-BFE9-A86560F150DB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6150336" y="4156494"/>
            <a:ext cx="2216" cy="7639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17A9202B-AD74-ED73-F956-4815F2772D0C}"/>
              </a:ext>
            </a:extLst>
          </p:cNvPr>
          <p:cNvCxnSpPr>
            <a:cxnSpLocks/>
          </p:cNvCxnSpPr>
          <p:nvPr/>
        </p:nvCxnSpPr>
        <p:spPr>
          <a:xfrm>
            <a:off x="6744291" y="3486722"/>
            <a:ext cx="0" cy="3173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59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787ABE8B-8EEE-EDCF-3E4A-0DDD4BDE2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29E078A9-6B74-66EF-9002-92217122C0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Least/Mean Square Error</a:t>
            </a: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19CB8B6-EB32-3D20-F115-8AD560C3FEDD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89176DE-0E57-A769-EB5A-22DF237544EB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3F537E8-5DD4-E6EA-AB16-E650870DA14E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F5A3604-30F6-18F4-6D61-0EF4A8D22D2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184098D-DB80-9300-F7ED-744F088C7E67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Linear Regression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FCCD427-D463-7947-D86A-12806058D2AC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DFF56A29-B13F-A7FB-3712-49645060B474}"/>
              </a:ext>
            </a:extLst>
          </p:cNvPr>
          <p:cNvCxnSpPr>
            <a:cxnSpLocks/>
          </p:cNvCxnSpPr>
          <p:nvPr/>
        </p:nvCxnSpPr>
        <p:spPr>
          <a:xfrm>
            <a:off x="2855573" y="6386294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70D7ABD-636F-72C6-93A6-251269D7B61B}"/>
              </a:ext>
            </a:extLst>
          </p:cNvPr>
          <p:cNvCxnSpPr>
            <a:cxnSpLocks/>
          </p:cNvCxnSpPr>
          <p:nvPr/>
        </p:nvCxnSpPr>
        <p:spPr>
          <a:xfrm flipV="1">
            <a:off x="2979398" y="2547719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타원 7">
            <a:extLst>
              <a:ext uri="{FF2B5EF4-FFF2-40B4-BE49-F238E27FC236}">
                <a16:creationId xmlns:a16="http://schemas.microsoft.com/office/drawing/2014/main" id="{641C7ABF-FDF3-C2AC-08EF-4340DCC4ABA2}"/>
              </a:ext>
            </a:extLst>
          </p:cNvPr>
          <p:cNvSpPr/>
          <p:nvPr/>
        </p:nvSpPr>
        <p:spPr>
          <a:xfrm>
            <a:off x="3455648" y="610225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B9CF02E-AB29-8765-B709-9245EF7624B3}"/>
              </a:ext>
            </a:extLst>
          </p:cNvPr>
          <p:cNvSpPr/>
          <p:nvPr/>
        </p:nvSpPr>
        <p:spPr>
          <a:xfrm>
            <a:off x="3357988" y="5626928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1E4F03A-BAF5-954C-E856-B40B854AECF7}"/>
              </a:ext>
            </a:extLst>
          </p:cNvPr>
          <p:cNvSpPr/>
          <p:nvPr/>
        </p:nvSpPr>
        <p:spPr>
          <a:xfrm>
            <a:off x="4361335" y="458017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D889E55-FD6F-2F38-3649-18F2768F7DE1}"/>
              </a:ext>
            </a:extLst>
          </p:cNvPr>
          <p:cNvSpPr/>
          <p:nvPr/>
        </p:nvSpPr>
        <p:spPr>
          <a:xfrm>
            <a:off x="4068792" y="556043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E544880-AE81-2043-57AF-276FE3490A3B}"/>
              </a:ext>
            </a:extLst>
          </p:cNvPr>
          <p:cNvSpPr/>
          <p:nvPr/>
        </p:nvSpPr>
        <p:spPr>
          <a:xfrm rot="19439823">
            <a:off x="5332074" y="4890236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4BA30B5-99D3-3DB7-A6DE-E71917CA79A0}"/>
              </a:ext>
            </a:extLst>
          </p:cNvPr>
          <p:cNvSpPr/>
          <p:nvPr/>
        </p:nvSpPr>
        <p:spPr>
          <a:xfrm>
            <a:off x="6074136" y="492047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3A7A1E7C-0E5D-B613-A62A-1F82B384FDB3}"/>
              </a:ext>
            </a:extLst>
          </p:cNvPr>
          <p:cNvSpPr/>
          <p:nvPr/>
        </p:nvSpPr>
        <p:spPr>
          <a:xfrm>
            <a:off x="5332073" y="309697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A1F9548-EAB9-4067-A580-61CB159F5FF5}"/>
              </a:ext>
            </a:extLst>
          </p:cNvPr>
          <p:cNvSpPr/>
          <p:nvPr/>
        </p:nvSpPr>
        <p:spPr>
          <a:xfrm>
            <a:off x="7356434" y="394674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25DADF3-F8C3-C854-43EC-E630E7567C76}"/>
              </a:ext>
            </a:extLst>
          </p:cNvPr>
          <p:cNvSpPr/>
          <p:nvPr/>
        </p:nvSpPr>
        <p:spPr>
          <a:xfrm>
            <a:off x="6660657" y="333432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0E6A81D-2FE0-3BCD-D4F7-D1C933A78D63}"/>
              </a:ext>
            </a:extLst>
          </p:cNvPr>
          <p:cNvSpPr/>
          <p:nvPr/>
        </p:nvSpPr>
        <p:spPr>
          <a:xfrm>
            <a:off x="6048072" y="3252989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3CF7F60-7C6B-314A-6809-C9E464111BFD}"/>
              </a:ext>
            </a:extLst>
          </p:cNvPr>
          <p:cNvSpPr/>
          <p:nvPr/>
        </p:nvSpPr>
        <p:spPr>
          <a:xfrm rot="19439823">
            <a:off x="6584456" y="4281514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6C356505-E1C3-92BE-3DCA-750BEDF0F104}"/>
              </a:ext>
            </a:extLst>
          </p:cNvPr>
          <p:cNvSpPr/>
          <p:nvPr/>
        </p:nvSpPr>
        <p:spPr>
          <a:xfrm>
            <a:off x="5966767" y="37742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6253832-C823-690F-733F-CDC108B7F289}"/>
              </a:ext>
            </a:extLst>
          </p:cNvPr>
          <p:cNvSpPr/>
          <p:nvPr/>
        </p:nvSpPr>
        <p:spPr>
          <a:xfrm>
            <a:off x="6883162" y="301912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929D722-9F53-D990-6C51-CB6799EE7ACD}"/>
              </a:ext>
            </a:extLst>
          </p:cNvPr>
          <p:cNvSpPr/>
          <p:nvPr/>
        </p:nvSpPr>
        <p:spPr>
          <a:xfrm rot="19439823">
            <a:off x="7539072" y="2670700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p:cxnSp>
        <p:nvCxnSpPr>
          <p:cNvPr id="43" name="직선 연결선[R] 42">
            <a:extLst>
              <a:ext uri="{FF2B5EF4-FFF2-40B4-BE49-F238E27FC236}">
                <a16:creationId xmlns:a16="http://schemas.microsoft.com/office/drawing/2014/main" id="{E5501504-B9E3-0105-81A7-E55AAA01C060}"/>
              </a:ext>
            </a:extLst>
          </p:cNvPr>
          <p:cNvCxnSpPr/>
          <p:nvPr/>
        </p:nvCxnSpPr>
        <p:spPr>
          <a:xfrm flipV="1">
            <a:off x="2855573" y="2612838"/>
            <a:ext cx="5731078" cy="3619567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EE6620-D4E2-F324-A5E9-0BA33A1E6BD4}"/>
                  </a:ext>
                </a:extLst>
              </p:cNvPr>
              <p:cNvSpPr txBox="1"/>
              <p:nvPr/>
            </p:nvSpPr>
            <p:spPr>
              <a:xfrm>
                <a:off x="8358449" y="6222168"/>
                <a:ext cx="4051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𝑥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EE6620-D4E2-F324-A5E9-0BA33A1E6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8449" y="6222168"/>
                <a:ext cx="40519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A5F313-8C58-AF56-2A77-33AFEB1F008D}"/>
                  </a:ext>
                </a:extLst>
              </p:cNvPr>
              <p:cNvSpPr txBox="1"/>
              <p:nvPr/>
            </p:nvSpPr>
            <p:spPr>
              <a:xfrm>
                <a:off x="2544117" y="2439123"/>
                <a:ext cx="4051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A5F313-8C58-AF56-2A77-33AFEB1F0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117" y="2439123"/>
                <a:ext cx="405197" cy="338554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25D37F-D7D7-B9C8-CCA1-4D54815D83FC}"/>
                  </a:ext>
                </a:extLst>
              </p:cNvPr>
              <p:cNvSpPr txBox="1"/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𝑎𝑥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25D37F-D7D7-B9C8-CCA1-4D54815D8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7877" y="2397709"/>
                <a:ext cx="1293153" cy="338554"/>
              </a:xfrm>
              <a:prstGeom prst="rect">
                <a:avLst/>
              </a:prstGeom>
              <a:blipFill>
                <a:blip r:embed="rId5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연결선[R] 6">
            <a:extLst>
              <a:ext uri="{FF2B5EF4-FFF2-40B4-BE49-F238E27FC236}">
                <a16:creationId xmlns:a16="http://schemas.microsoft.com/office/drawing/2014/main" id="{6D1FA370-255E-CE19-FC42-D14403813DE5}"/>
              </a:ext>
            </a:extLst>
          </p:cNvPr>
          <p:cNvCxnSpPr>
            <a:cxnSpLocks/>
          </p:cNvCxnSpPr>
          <p:nvPr/>
        </p:nvCxnSpPr>
        <p:spPr>
          <a:xfrm>
            <a:off x="4437535" y="4732579"/>
            <a:ext cx="0" cy="50816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[R] 15">
            <a:extLst>
              <a:ext uri="{FF2B5EF4-FFF2-40B4-BE49-F238E27FC236}">
                <a16:creationId xmlns:a16="http://schemas.microsoft.com/office/drawing/2014/main" id="{D8561F98-2B13-8A91-F583-9F908EF29E44}"/>
              </a:ext>
            </a:extLst>
          </p:cNvPr>
          <p:cNvCxnSpPr>
            <a:cxnSpLocks/>
          </p:cNvCxnSpPr>
          <p:nvPr/>
        </p:nvCxnSpPr>
        <p:spPr>
          <a:xfrm>
            <a:off x="3434188" y="5799800"/>
            <a:ext cx="0" cy="687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[R] 20">
            <a:extLst>
              <a:ext uri="{FF2B5EF4-FFF2-40B4-BE49-F238E27FC236}">
                <a16:creationId xmlns:a16="http://schemas.microsoft.com/office/drawing/2014/main" id="{E6F639E3-7B42-2FE2-1D45-AE8622CCE630}"/>
              </a:ext>
            </a:extLst>
          </p:cNvPr>
          <p:cNvCxnSpPr>
            <a:cxnSpLocks/>
          </p:cNvCxnSpPr>
          <p:nvPr/>
        </p:nvCxnSpPr>
        <p:spPr>
          <a:xfrm>
            <a:off x="3533624" y="5779328"/>
            <a:ext cx="0" cy="3229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FAA78B90-739E-AE63-CF98-92357A535D42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144992" y="5411337"/>
            <a:ext cx="0" cy="14909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[R] 29">
            <a:extLst>
              <a:ext uri="{FF2B5EF4-FFF2-40B4-BE49-F238E27FC236}">
                <a16:creationId xmlns:a16="http://schemas.microsoft.com/office/drawing/2014/main" id="{175B4B04-3E1E-7662-4B42-2F68036B7A2D}"/>
              </a:ext>
            </a:extLst>
          </p:cNvPr>
          <p:cNvCxnSpPr>
            <a:cxnSpLocks/>
          </p:cNvCxnSpPr>
          <p:nvPr/>
        </p:nvCxnSpPr>
        <p:spPr>
          <a:xfrm>
            <a:off x="5408273" y="3249371"/>
            <a:ext cx="0" cy="140700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[R] 31">
            <a:extLst>
              <a:ext uri="{FF2B5EF4-FFF2-40B4-BE49-F238E27FC236}">
                <a16:creationId xmlns:a16="http://schemas.microsoft.com/office/drawing/2014/main" id="{1FA27531-E770-C3B4-34C2-2F87FE98034C}"/>
              </a:ext>
            </a:extLst>
          </p:cNvPr>
          <p:cNvCxnSpPr>
            <a:cxnSpLocks/>
            <a:endCxn id="19" idx="0"/>
          </p:cNvCxnSpPr>
          <p:nvPr/>
        </p:nvCxnSpPr>
        <p:spPr>
          <a:xfrm flipH="1">
            <a:off x="6150336" y="4156494"/>
            <a:ext cx="2216" cy="7639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[R] 37">
            <a:extLst>
              <a:ext uri="{FF2B5EF4-FFF2-40B4-BE49-F238E27FC236}">
                <a16:creationId xmlns:a16="http://schemas.microsoft.com/office/drawing/2014/main" id="{3259CFA5-EB74-C2F2-9252-CE9B077FD71F}"/>
              </a:ext>
            </a:extLst>
          </p:cNvPr>
          <p:cNvCxnSpPr>
            <a:cxnSpLocks/>
          </p:cNvCxnSpPr>
          <p:nvPr/>
        </p:nvCxnSpPr>
        <p:spPr>
          <a:xfrm>
            <a:off x="6744291" y="3486722"/>
            <a:ext cx="0" cy="31736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3CD88F-55F6-9473-F18F-E457586641B6}"/>
                  </a:ext>
                </a:extLst>
              </p:cNvPr>
              <p:cNvSpPr txBox="1"/>
              <p:nvPr/>
            </p:nvSpPr>
            <p:spPr>
              <a:xfrm>
                <a:off x="3035716" y="5284844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53CD88F-55F6-9473-F18F-E45758664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716" y="5284844"/>
                <a:ext cx="787004" cy="338554"/>
              </a:xfrm>
              <a:prstGeom prst="rect">
                <a:avLst/>
              </a:prstGeom>
              <a:blipFill>
                <a:blip r:embed="rId6"/>
                <a:stretch>
                  <a:fillRect l="-1613" r="-6452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FBEA72-B409-0E03-4453-DED89C471357}"/>
                  </a:ext>
                </a:extLst>
              </p:cNvPr>
              <p:cNvSpPr txBox="1"/>
              <p:nvPr/>
            </p:nvSpPr>
            <p:spPr>
              <a:xfrm>
                <a:off x="7356434" y="2295471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FBEA72-B409-0E03-4453-DED89C4713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6434" y="2295471"/>
                <a:ext cx="787004" cy="338554"/>
              </a:xfrm>
              <a:prstGeom prst="rect">
                <a:avLst/>
              </a:prstGeom>
              <a:blipFill>
                <a:blip r:embed="rId7"/>
                <a:stretch>
                  <a:fillRect l="-1587" r="-7937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312B65DF-C6A1-48B5-B912-7A72EB344940}"/>
              </a:ext>
            </a:extLst>
          </p:cNvPr>
          <p:cNvCxnSpPr>
            <a:cxnSpLocks/>
          </p:cNvCxnSpPr>
          <p:nvPr/>
        </p:nvCxnSpPr>
        <p:spPr>
          <a:xfrm flipH="1">
            <a:off x="7615272" y="2824506"/>
            <a:ext cx="2216" cy="40972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4E8B22-2CB7-CA19-5BDF-4D2EF4E4B491}"/>
                  </a:ext>
                </a:extLst>
              </p:cNvPr>
              <p:cNvSpPr txBox="1"/>
              <p:nvPr/>
            </p:nvSpPr>
            <p:spPr>
              <a:xfrm>
                <a:off x="2974174" y="3687785"/>
                <a:ext cx="19882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−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1" lang="en-US" altLang="ko-KR" sz="16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=|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−(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)|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74E8B22-2CB7-CA19-5BDF-4D2EF4E4B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4174" y="3687785"/>
                <a:ext cx="1988220" cy="584775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914A09-82FB-BB60-E53E-704CB5DF3622}"/>
                  </a:ext>
                </a:extLst>
              </p:cNvPr>
              <p:cNvSpPr txBox="1"/>
              <p:nvPr/>
            </p:nvSpPr>
            <p:spPr>
              <a:xfrm>
                <a:off x="5014360" y="2766941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914A09-82FB-BB60-E53E-704CB5DF3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4360" y="2766941"/>
                <a:ext cx="787004" cy="338554"/>
              </a:xfrm>
              <a:prstGeom prst="rect">
                <a:avLst/>
              </a:prstGeom>
              <a:blipFill>
                <a:blip r:embed="rId9"/>
                <a:stretch>
                  <a:fillRect l="-1613" r="-9677" b="-17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왼쪽 중괄호[L] 27">
            <a:extLst>
              <a:ext uri="{FF2B5EF4-FFF2-40B4-BE49-F238E27FC236}">
                <a16:creationId xmlns:a16="http://schemas.microsoft.com/office/drawing/2014/main" id="{A6DCC7ED-25EA-CD77-8ABB-FF4229FAECD7}"/>
              </a:ext>
            </a:extLst>
          </p:cNvPr>
          <p:cNvSpPr/>
          <p:nvPr/>
        </p:nvSpPr>
        <p:spPr>
          <a:xfrm>
            <a:off x="4887064" y="3234231"/>
            <a:ext cx="360886" cy="1422148"/>
          </a:xfrm>
          <a:prstGeom prst="leftBrac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7D3429-CD23-5568-256B-6DAB6DA179EE}"/>
                  </a:ext>
                </a:extLst>
              </p:cNvPr>
              <p:cNvSpPr txBox="1"/>
              <p:nvPr/>
            </p:nvSpPr>
            <p:spPr>
              <a:xfrm>
                <a:off x="8430782" y="3191133"/>
                <a:ext cx="210181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1"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−</m:t>
                          </m:r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kumimoji="1" lang="en-US" altLang="ko-KR" sz="1600" b="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=|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−(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+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)|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B7D3429-CD23-5568-256B-6DAB6DA17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0782" y="3191133"/>
                <a:ext cx="2101812" cy="584775"/>
              </a:xfrm>
              <a:prstGeom prst="rect">
                <a:avLst/>
              </a:prstGeom>
              <a:blipFill>
                <a:blip r:embed="rId10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구부러진 연결선[U] 32">
            <a:extLst>
              <a:ext uri="{FF2B5EF4-FFF2-40B4-BE49-F238E27FC236}">
                <a16:creationId xmlns:a16="http://schemas.microsoft.com/office/drawing/2014/main" id="{27C8C6BD-6C16-F63A-1941-C87238FD9DC4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7615272" y="3019123"/>
            <a:ext cx="815510" cy="464398"/>
          </a:xfrm>
          <a:prstGeom prst="curvedConnector3">
            <a:avLst>
              <a:gd name="adj1" fmla="val 50000"/>
            </a:avLst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1449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6D5B74E-FC14-0B8A-7BB5-CD5724BF1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B459C4D3-4697-1711-E6B3-846D2A995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데이터를 가장 잘 표현하는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3AB7E4C5-B982-2E4D-8A0E-6913D8DA40F3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4125748-CBF1-4B12-512D-C827DD142B1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E4CFF2C-EAB4-B95A-716B-9B5860802AEC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ACCBE8D-E130-D276-8362-67AF2D43C92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44BFD3BF-52CE-93C2-8406-4F8B773D7E99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Linear Regression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32AF3C-62BA-BAAA-11D6-EF3F9309F5A5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D3B96C-97AC-6DC9-640A-5A33AB8852BB}"/>
                  </a:ext>
                </a:extLst>
              </p:cNvPr>
              <p:cNvSpPr txBox="1"/>
              <p:nvPr/>
            </p:nvSpPr>
            <p:spPr>
              <a:xfrm>
                <a:off x="2813557" y="2529092"/>
                <a:ext cx="6432145" cy="14366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𝐿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𝑖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kumimoji="1" lang="en-US" altLang="ko-KR" sz="32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ko-KR" sz="32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𝑎</m:t>
                                      </m:r>
                                      <m:sSub>
                                        <m:sSubPr>
                                          <m:ctrlP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1" lang="en-US" altLang="ko-KR" sz="32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+</m:t>
                                      </m:r>
                                      <m:r>
                                        <a:rPr kumimoji="1" lang="en-US" altLang="ko-KR" sz="32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kumimoji="1" lang="en-US" altLang="ko-KR" sz="32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𝑔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𝑎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𝑏</m:t>
                      </m:r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32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D3B96C-97AC-6DC9-640A-5A33AB885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3557" y="2529092"/>
                <a:ext cx="6432145" cy="1436675"/>
              </a:xfrm>
              <a:prstGeom prst="rect">
                <a:avLst/>
              </a:prstGeom>
              <a:blipFill>
                <a:blip r:embed="rId3"/>
                <a:stretch>
                  <a:fillRect l="-9449" t="-109649" b="-16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D3A692-A1FC-ED7B-5D58-F9C0513C3BF0}"/>
                  </a:ext>
                </a:extLst>
              </p:cNvPr>
              <p:cNvSpPr txBox="1"/>
              <p:nvPr/>
            </p:nvSpPr>
            <p:spPr>
              <a:xfrm>
                <a:off x="3683154" y="4210465"/>
                <a:ext cx="4692951" cy="594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2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𝑔</m:t>
                      </m:r>
                      <m:d>
                        <m:dPr>
                          <m:ctrlP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𝑎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r>
                            <a:rPr kumimoji="1" lang="en-US" altLang="ko-KR" sz="32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𝑏</m:t>
                          </m:r>
                        </m:e>
                      </m:d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최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소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가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되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는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 </m:t>
                      </m:r>
                      <m:r>
                        <a:rPr kumimoji="1" lang="ko-KR" altLang="en-US" sz="320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경</m:t>
                      </m:r>
                      <m:r>
                        <a:rPr kumimoji="1" lang="ko-KR" altLang="en-US" sz="32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우</m:t>
                      </m:r>
                    </m:oMath>
                  </m:oMathPara>
                </a14:m>
                <a:endParaRPr kumimoji="1" lang="ko-KR" altLang="en-US" sz="32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D3A692-A1FC-ED7B-5D58-F9C0513C3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3154" y="4210465"/>
                <a:ext cx="4692951" cy="594137"/>
              </a:xfrm>
              <a:prstGeom prst="rect">
                <a:avLst/>
              </a:prstGeom>
              <a:blipFill>
                <a:blip r:embed="rId4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044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39D4656-717A-F415-6759-BB60CE9BB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EDE6F73-30BD-DD45-5857-EFD75A295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82731E3A-8BFC-9AA9-CC45-C615804EA97C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28B0BEC3-FBA6-D476-6792-ACC31FA46871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CFEE5F2-D10B-6135-A5B3-DA58CC9B75D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1B20C9AA-30A8-A685-8831-C203F6A4702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BC137E2-9FE8-491D-145D-5B89A8A2E5A1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0F3F798-D2B9-6CEA-4700-87C782482DAB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84C4F346-8843-65E7-C368-B9156CD680FF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C21607E-9946-541B-01EA-FE4D502CBBF6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B07240C-8AEE-630B-D33F-CF2CFE06F787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E1EEFB-DDEA-201A-BE47-75CD9093E514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2C1D409-835B-71AB-5822-DFAC525E0A35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E4C231-5055-5855-D4D7-80938E0E0D63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02DB15-AE77-6290-CBC5-DE20DF1EF058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EA3529-1568-B4F3-C1E6-74FD0F7CDC13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3CD680-A48E-F7D2-8A0D-8C398B43E3B2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908B0F6-2AA3-A306-B228-4D16AA78ADB4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CFC91D3-DD69-FD89-5718-FDA5B5EF511A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DD48F60-056C-9B8A-F0FD-C3B3F85562D5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6DC9FAC1-4128-7C29-7658-E7116A66EA39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DBF25FC1-9230-EB46-CBB5-63D98D7E65D0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36ACEE8-C540-0834-F671-176B170B8492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2828DB2C-65B4-1571-DC67-97766C055086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07904BE0-585B-98CE-E479-067D6BDD004F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101BB6C-037C-5167-6227-726C2CA5769E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BF13358-D379-10D9-D652-BF0934F44A2A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D3A82C8A-3B32-2F1C-2461-1D7DE1C54FD4}"/>
              </a:ext>
            </a:extLst>
          </p:cNvPr>
          <p:cNvSpPr/>
          <p:nvPr/>
        </p:nvSpPr>
        <p:spPr>
          <a:xfrm>
            <a:off x="4243142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17DD4BC2-3F14-4526-5D83-266CBFF6F238}"/>
              </a:ext>
            </a:extLst>
          </p:cNvPr>
          <p:cNvSpPr/>
          <p:nvPr/>
        </p:nvSpPr>
        <p:spPr>
          <a:xfrm>
            <a:off x="4482592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CE186305-3B56-BD43-82F7-AC94CF319CE4}"/>
              </a:ext>
            </a:extLst>
          </p:cNvPr>
          <p:cNvSpPr/>
          <p:nvPr/>
        </p:nvSpPr>
        <p:spPr>
          <a:xfrm>
            <a:off x="43689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874F0B10-9ED4-37D3-5BCA-DDA54FCCB32D}"/>
              </a:ext>
            </a:extLst>
          </p:cNvPr>
          <p:cNvSpPr/>
          <p:nvPr/>
        </p:nvSpPr>
        <p:spPr>
          <a:xfrm>
            <a:off x="4587730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8745EB94-3621-C2DE-9C99-0910941A7D1F}"/>
              </a:ext>
            </a:extLst>
          </p:cNvPr>
          <p:cNvSpPr/>
          <p:nvPr/>
        </p:nvSpPr>
        <p:spPr>
          <a:xfrm rot="19439823">
            <a:off x="4829540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BCA9667-AA40-EF44-0E0C-437641C00310}"/>
              </a:ext>
            </a:extLst>
          </p:cNvPr>
          <p:cNvSpPr/>
          <p:nvPr/>
        </p:nvSpPr>
        <p:spPr>
          <a:xfrm rot="19439823">
            <a:off x="5101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AB8B41D8-4DB1-FB44-3DB4-ED3FD05CEFC6}"/>
              </a:ext>
            </a:extLst>
          </p:cNvPr>
          <p:cNvSpPr/>
          <p:nvPr/>
        </p:nvSpPr>
        <p:spPr>
          <a:xfrm rot="19439823">
            <a:off x="5039333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389A0EC4-0CE2-DA8E-0EE5-DD65DE016565}"/>
              </a:ext>
            </a:extLst>
          </p:cNvPr>
          <p:cNvSpPr/>
          <p:nvPr/>
        </p:nvSpPr>
        <p:spPr>
          <a:xfrm rot="19439823">
            <a:off x="5266912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7E923934-8A35-2288-BB28-025EC098A984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8E8CEA2-1E4C-56FC-AA8D-F947F66A3DBE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33D69EA-588D-CCE0-B248-9FC3011B1E48}"/>
              </a:ext>
            </a:extLst>
          </p:cNvPr>
          <p:cNvSpPr/>
          <p:nvPr/>
        </p:nvSpPr>
        <p:spPr>
          <a:xfrm rot="19439823">
            <a:off x="5384500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A7A2C2C-70B3-4A27-0A62-BAE1C7107ABB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9A1C1700-BA37-9D04-0B3E-AA632203A569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875331D5-320F-6BD0-00F5-CA1AE63696C4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E5ED2080-84C3-014E-B066-1F0DB6EB98D9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482A897A-2268-E524-CBD2-D6272181A51D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660C1EB-E478-8996-ED89-71F11585095A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1B9A55D-DC30-6CAA-9CAF-B18E10AE6C38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F811A3A0-DFFF-A1A6-F670-72511A1425F8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95688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22BCF23-3764-EA9D-DF97-DECAEEFFF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F239F880-6964-5C3F-A2EF-5D8E62363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595164CC-EB2B-3A5B-32C5-CA5C8C4A3E73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C031B8A4-D40F-2287-BD25-1F4502433CC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00B408-F52D-87FC-FE2C-A9DFD8E7FAEA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87295A92-13BA-C424-9DD6-A1051FC611DD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DCAD7B0C-2CCC-27E0-F8EA-10F43DC815A0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6231943-84CE-4B90-CBB7-AEA0C3435D41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B1ACA6F-5ABF-CF1F-AA36-8A897F635489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C0F284BC-70CA-74FB-04FE-31D9054120B8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EA1488E-E3F2-299E-DFCE-4970C6FE0B58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70586C-A5BA-1E82-86B3-6CBF5355B3BE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3770D68-5850-9BC8-98A6-E64751F854E2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AD2BA92-2D60-A3B3-8579-358D1808F4D0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131C01-9C6C-A9F1-AA86-31114278AB74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960BB8-007A-451D-E792-947D3F5090FD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A6EC636E-E305-F753-C317-5C563012BE66}"/>
              </a:ext>
            </a:extLst>
          </p:cNvPr>
          <p:cNvCxnSpPr>
            <a:cxnSpLocks/>
          </p:cNvCxnSpPr>
          <p:nvPr/>
        </p:nvCxnSpPr>
        <p:spPr>
          <a:xfrm flipV="1">
            <a:off x="3681883" y="2447212"/>
            <a:ext cx="2423045" cy="388385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27310E1-B337-CBD2-8987-8DF692BD1CF6}"/>
              </a:ext>
            </a:extLst>
          </p:cNvPr>
          <p:cNvSpPr txBox="1"/>
          <p:nvPr/>
        </p:nvSpPr>
        <p:spPr>
          <a:xfrm>
            <a:off x="5766300" y="4284812"/>
            <a:ext cx="2668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Linear regression -&gt;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부적합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B6AE9521-C0B9-B72D-1CCB-8F15856A055C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E9C3DD3F-E0D2-7A66-9195-5859462E98DB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94F3F13-ED08-7294-D29F-8AC64EA8E549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C4A084F5-CFAC-B901-C3E6-989447ADFE57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1CAD6A52-3F98-89EA-E7B6-4C95F8613661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1ACD0B88-2E21-2065-1F14-917BA642F576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881AF5E6-EE41-E349-A039-68986F1E2C00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A5AB23E2-C4A7-A49D-7024-C7B8BCF309B8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6BF31EBB-40E9-BE78-B0C7-CFAB4EDF9C4A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1051404E-2647-A547-65B1-7A4126FB198F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72ACDCA-5A8A-F680-38C1-A84862960192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4DFF867F-94E2-05F0-926A-809A42C35E82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DEFC37E5-119F-4ED2-7F11-98721B4CE29C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D2DBA09-FAF0-A3BD-F6A4-6EA831C227D2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DB03B966-8EC4-DA4C-686C-8ED18C097A8B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791D665A-F230-F26A-369D-18CCE8C9D5B7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C292F86F-5570-537E-3BC8-14260D15F73A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F2ADF7D1-6B2C-1E06-36AC-479D0FBBE034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875AF8BE-F011-A9D4-F6AD-7E6E554E3426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693676A6-7513-17CD-4AB1-FE2A597ACCC9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7542A951-014D-5187-9524-C22A3315D701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6400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B4B4EE8-3ECE-4F2D-73AD-29EF3D453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D7E39BE-8979-E7BA-844A-DA6E506691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7BBF6A7-AFB7-A2DF-D557-07BD0D6A9C7C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42D0113-098C-5CC9-FFEC-C96140CDE8FE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11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94F7D5-325A-DEEC-A8EB-D06E31DEAEC5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2451B0A-3F04-AA95-20A7-FF2F76ADDAF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A215131-F22D-FC94-F1D7-5E9044E520D6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F9175C4-1B7C-9D39-5B9D-74FA9F6F4050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985F92F-3C91-AB38-7032-BA98287DAB4C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34FA4CD-D023-B705-3771-3D0E6DF3F888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91659F-B90B-0C2E-FAE4-D586DD2A2E1F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F34D9-0293-295D-2B05-D0C130F1A901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5682FD53-6575-306C-1D46-BAD1CF516FDA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75933D-65A2-BCBB-B813-FF480DC177F3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E09A0BF-7586-4895-50ED-9A2D907B42EA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8B01AF-1A8B-36C3-F181-14560A0DC8FD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E36022-0CF8-0452-D179-7822E61EB0EA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4917C1D-339B-EC07-B53E-86F2FD125DC8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1F59BD0E-7758-6E1B-B154-5CDC8C259921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A43DEF8-663C-9245-D2F0-B7FA76D037EF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95468E8-5877-8F35-FD52-48097C4E608F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0214E546-C9FA-683B-DD53-6A7C4C389381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05B0485-ADFC-201D-7EF6-08C480E3E041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F70B1EA-AB14-8E0B-E6A2-1F384AA6B4B5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A90F010B-2757-7BFE-469F-B2434C646775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2658B9A-F11B-4809-03A2-AF328AB70447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00B24619-B51A-22B1-CC5E-2A00EF56D0FD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92FFBF3-9A75-A334-B0CC-D6C5E2D062EA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BF29660A-1206-6BD1-2410-FD0DEC09031C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98F4416-A2E6-2E2F-56AF-986C23F97EB5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05BF90B-3F23-623F-5AB6-480AFCC0E21B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F0FC30A-54C8-E05A-40FC-DFCF3EBF6A1A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4C54EC2-6900-903A-6B5D-4DF2F525D144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C4A1B98-58DD-AB19-97C5-F83AB014750F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757144B-373C-25FC-D415-EC2C1DFEC3CD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B4F4F471-E626-4099-6EB1-E7350A38C1EF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D0ABEE3-2D13-A14C-2874-6FE365638953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A32A6ED1-B7F2-8D9F-94E1-79E52A501B46}"/>
              </a:ext>
            </a:extLst>
          </p:cNvPr>
          <p:cNvGrpSpPr/>
          <p:nvPr/>
        </p:nvGrpSpPr>
        <p:grpSpPr>
          <a:xfrm>
            <a:off x="2675171" y="3023017"/>
            <a:ext cx="4684668" cy="3063256"/>
            <a:chOff x="2190179" y="3154033"/>
            <a:chExt cx="5705302" cy="2564991"/>
          </a:xfrm>
        </p:grpSpPr>
        <p:cxnSp>
          <p:nvCxnSpPr>
            <p:cNvPr id="11" name="구부러진 연결선[U] 10">
              <a:extLst>
                <a:ext uri="{FF2B5EF4-FFF2-40B4-BE49-F238E27FC236}">
                  <a16:creationId xmlns:a16="http://schemas.microsoft.com/office/drawing/2014/main" id="{B15AD8BB-8E78-94A6-21B3-9D39DF170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6287" y="3154033"/>
              <a:ext cx="3390570" cy="2564991"/>
            </a:xfrm>
            <a:prstGeom prst="curved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[R] 49">
              <a:extLst>
                <a:ext uri="{FF2B5EF4-FFF2-40B4-BE49-F238E27FC236}">
                  <a16:creationId xmlns:a16="http://schemas.microsoft.com/office/drawing/2014/main" id="{C68FA6AE-66E7-511B-B6A8-B285F6FBE790}"/>
                </a:ext>
              </a:extLst>
            </p:cNvPr>
            <p:cNvCxnSpPr/>
            <p:nvPr/>
          </p:nvCxnSpPr>
          <p:spPr>
            <a:xfrm flipH="1">
              <a:off x="2190179" y="5719024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[R] 50">
              <a:extLst>
                <a:ext uri="{FF2B5EF4-FFF2-40B4-BE49-F238E27FC236}">
                  <a16:creationId xmlns:a16="http://schemas.microsoft.com/office/drawing/2014/main" id="{1C586E04-3013-4CF5-4EBF-22E460E8F1EE}"/>
                </a:ext>
              </a:extLst>
            </p:cNvPr>
            <p:cNvCxnSpPr/>
            <p:nvPr/>
          </p:nvCxnSpPr>
          <p:spPr>
            <a:xfrm flipH="1">
              <a:off x="6675231" y="3154033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B2DFEB-96C7-518B-CD2C-2D0AFBDF1396}"/>
                  </a:ext>
                </a:extLst>
              </p:cNvPr>
              <p:cNvSpPr txBox="1"/>
              <p:nvPr/>
            </p:nvSpPr>
            <p:spPr>
              <a:xfrm>
                <a:off x="4849078" y="3994025"/>
                <a:ext cx="2360731" cy="675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B2DFEB-96C7-518B-CD2C-2D0AFBDF1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078" y="3994025"/>
                <a:ext cx="2360731" cy="675698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08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9040274-E81C-E8D2-8E92-C2DCBE06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56FB6B5-F797-DFA7-C5E6-D3DD56C05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2F1793A0-6C1F-D9B9-AAD4-3AA2E2FAB198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424A8D4-9E21-6FB2-F68E-1588086332F8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DA97EB0-2808-C604-CDBB-D59CC3CAFFD1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F9027F73-326C-5804-5E82-E4E30900B5A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800E8C58-CDBF-F0A4-43D0-5F3389AB20BE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DB2ABBA-BA53-A0E2-386D-C91F31E9C002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D6991F5D-C072-94EA-0583-BD4820710D57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888BD1DF-4E91-132A-44B4-2D84544F83A5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45843D4-A43D-5598-65CB-D48DE0AA7645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90E9E-A430-441A-7BEB-DCDD107B1253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ACC57DD7-65BC-7FB2-A7B4-3B03148F97AA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8EDCC7-CC3F-C6CD-94F5-4D795558DDBA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04AE5B-EEE5-A21F-49C3-C25AF2BD2CEE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5835726-BCE7-B3C6-6874-BAF87A276AC4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ECF903-F911-518C-F88C-C40608881B8D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DEEC447D-1DEA-8DB6-6035-AD35ED2CA3E8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F4FC5C6D-45FD-B3CA-4FC7-1AEF6AF479C9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40C9EFA2-9F86-A500-1BFA-B34CB95173D0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83C1D95-7349-7835-F634-9515011BE677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41A70387-2B54-491F-19CE-DBB3E98ED2F3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A0FF214F-7B0B-32ED-ED6F-47ADA24F65B7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AF524CA6-43A0-1DEA-398E-82FED30CD23C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E4F6C2DE-A624-5170-E97E-742A0E8A48F8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A2F864CC-7E67-5688-E76C-B9F601DFB5E3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9DEFF125-723F-BE3F-138A-6DAFCB1F2E92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8972238-9C5E-7AF0-D54E-8F0F0659E4DF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16A03922-EB5C-3DAD-D993-07F482093D03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A16A1B9-33E1-7AC4-14FB-A59A539013E3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00DC593D-1569-E892-0855-64430B298545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4032900-9545-2DE5-D163-D0A45A974932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AB5B56AF-D735-05CC-673E-D0E359C1AC11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2A6D7AD-A699-84EC-47AB-360FDDF76421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C31EEB8-FABB-0234-643B-05E0F8552A02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83AC353A-18F1-2BFB-F7F4-9F6FF6A314B4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702E8A9-E256-0B33-D0EC-27BD8523057B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9193B3A-9444-A8A8-025A-F26A63FBE06F}"/>
              </a:ext>
            </a:extLst>
          </p:cNvPr>
          <p:cNvGrpSpPr/>
          <p:nvPr/>
        </p:nvGrpSpPr>
        <p:grpSpPr>
          <a:xfrm>
            <a:off x="2675171" y="3023017"/>
            <a:ext cx="4684668" cy="3063256"/>
            <a:chOff x="2190179" y="3154033"/>
            <a:chExt cx="5705302" cy="2564991"/>
          </a:xfrm>
        </p:grpSpPr>
        <p:cxnSp>
          <p:nvCxnSpPr>
            <p:cNvPr id="11" name="구부러진 연결선[U] 10">
              <a:extLst>
                <a:ext uri="{FF2B5EF4-FFF2-40B4-BE49-F238E27FC236}">
                  <a16:creationId xmlns:a16="http://schemas.microsoft.com/office/drawing/2014/main" id="{0BFBA3F5-842D-2B8E-D5B8-7FD3938F73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6287" y="3154033"/>
              <a:ext cx="3390570" cy="2564991"/>
            </a:xfrm>
            <a:prstGeom prst="curved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[R] 49">
              <a:extLst>
                <a:ext uri="{FF2B5EF4-FFF2-40B4-BE49-F238E27FC236}">
                  <a16:creationId xmlns:a16="http://schemas.microsoft.com/office/drawing/2014/main" id="{D814E559-F038-7798-99C2-1110201AB96C}"/>
                </a:ext>
              </a:extLst>
            </p:cNvPr>
            <p:cNvCxnSpPr/>
            <p:nvPr/>
          </p:nvCxnSpPr>
          <p:spPr>
            <a:xfrm flipH="1">
              <a:off x="2190179" y="5719024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[R] 50">
              <a:extLst>
                <a:ext uri="{FF2B5EF4-FFF2-40B4-BE49-F238E27FC236}">
                  <a16:creationId xmlns:a16="http://schemas.microsoft.com/office/drawing/2014/main" id="{E62F492F-BFAF-BE7D-2DF6-AB34AA61E670}"/>
                </a:ext>
              </a:extLst>
            </p:cNvPr>
            <p:cNvCxnSpPr/>
            <p:nvPr/>
          </p:nvCxnSpPr>
          <p:spPr>
            <a:xfrm flipH="1">
              <a:off x="6675231" y="3154033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BBD2D4-D4E8-2C22-666A-F414F98B64B7}"/>
                  </a:ext>
                </a:extLst>
              </p:cNvPr>
              <p:cNvSpPr txBox="1"/>
              <p:nvPr/>
            </p:nvSpPr>
            <p:spPr>
              <a:xfrm>
                <a:off x="4849078" y="3994025"/>
                <a:ext cx="2360731" cy="675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∎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BBD2D4-D4E8-2C22-666A-F414F98B6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078" y="3994025"/>
                <a:ext cx="2360731" cy="675698"/>
              </a:xfrm>
              <a:prstGeom prst="rect">
                <a:avLst/>
              </a:prstGeom>
              <a:blipFill>
                <a:blip r:embed="rId3"/>
                <a:stretch>
                  <a:fillRect b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A7219E-96CF-90D1-F368-C43463F81DFE}"/>
                  </a:ext>
                </a:extLst>
              </p:cNvPr>
              <p:cNvSpPr txBox="1"/>
              <p:nvPr/>
            </p:nvSpPr>
            <p:spPr>
              <a:xfrm>
                <a:off x="2887315" y="5704272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A7219E-96CF-90D1-F368-C43463F81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315" y="5704272"/>
                <a:ext cx="787004" cy="338554"/>
              </a:xfrm>
              <a:prstGeom prst="rect">
                <a:avLst/>
              </a:prstGeom>
              <a:blipFill>
                <a:blip r:embed="rId4"/>
                <a:stretch>
                  <a:fillRect r="-4762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3AC5C2-0D65-8BE4-7B45-9A7EF319694C}"/>
                  </a:ext>
                </a:extLst>
              </p:cNvPr>
              <p:cNvSpPr txBox="1"/>
              <p:nvPr/>
            </p:nvSpPr>
            <p:spPr>
              <a:xfrm>
                <a:off x="6502645" y="2566634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𝑛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33AC5C2-0D65-8BE4-7B45-9A7EF3196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645" y="2566634"/>
                <a:ext cx="787004" cy="338554"/>
              </a:xfrm>
              <a:prstGeom prst="rect">
                <a:avLst/>
              </a:prstGeom>
              <a:blipFill>
                <a:blip r:embed="rId5"/>
                <a:stretch>
                  <a:fillRect l="-1587" r="-6349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C6D639-242F-E0DE-93BB-2F836CA2651A}"/>
                  </a:ext>
                </a:extLst>
              </p:cNvPr>
              <p:cNvSpPr txBox="1"/>
              <p:nvPr/>
            </p:nvSpPr>
            <p:spPr>
              <a:xfrm>
                <a:off x="5126333" y="2566634"/>
                <a:ext cx="7870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(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,</m:t>
                      </m:r>
                      <m:sSub>
                        <m:sSubPr>
                          <m:ctrlP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kumimoji="1"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𝑘</m:t>
                          </m:r>
                        </m:sub>
                      </m:sSub>
                      <m:r>
                        <a:rPr kumimoji="1" lang="en-US" altLang="ko-KR" sz="16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)</m:t>
                      </m:r>
                    </m:oMath>
                  </m:oMathPara>
                </a14:m>
                <a:endParaRPr kumimoji="1" lang="ko-KR" altLang="en-US" sz="16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6C6D639-242F-E0DE-93BB-2F836CA26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333" y="2566634"/>
                <a:ext cx="787004" cy="338554"/>
              </a:xfrm>
              <a:prstGeom prst="rect">
                <a:avLst/>
              </a:prstGeom>
              <a:blipFill>
                <a:blip r:embed="rId6"/>
                <a:stretch>
                  <a:fillRect r="-7937" b="-185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8746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B2AB51EB-CFDC-AB31-944B-351520E9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9C9D126-10C9-C15D-8D29-4EFCF550DE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489792B6-A223-D672-B140-BFB4132A3349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4A301F01-13A6-08CA-D450-A2E730C8CDA7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3366B8E-AEAD-8066-B57D-F53DF54A4DAA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BAB2FA66-75FC-A270-FB5A-6606344565F2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B6178E81-7B3F-8EC6-1959-81617034B438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8563BCE-A6E4-C108-A264-0B087AAA9545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7B662F-FA53-9799-DCE9-2BEF8BB475CD}"/>
                  </a:ext>
                </a:extLst>
              </p:cNvPr>
              <p:cNvSpPr txBox="1"/>
              <p:nvPr/>
            </p:nvSpPr>
            <p:spPr>
              <a:xfrm>
                <a:off x="4075611" y="3262239"/>
                <a:ext cx="3213463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−(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77B662F-FA53-9799-DCE9-2BEF8BB47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611" y="3262239"/>
                <a:ext cx="3213463" cy="792396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236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BDD9BB6-EAC4-7751-DD4B-719742778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A603785-5740-E54F-686B-D2A158DEE6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A2F861DF-D604-9AED-756B-9954722FB8D2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7AB5797-73BF-8811-05DB-6EA04BE3F4E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CC451CA-DBD3-8067-E803-878DE540CD1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E10C95CA-80BF-6CBB-C21C-0162CF9E466E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4A3C64E-B694-09FB-304D-F400603809F9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DCD39E1-E2F4-16CE-C92F-BFAD35037771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333F0F-D717-E582-6F73-023F8DAECE6A}"/>
                  </a:ext>
                </a:extLst>
              </p:cNvPr>
              <p:cNvSpPr txBox="1"/>
              <p:nvPr/>
            </p:nvSpPr>
            <p:spPr>
              <a:xfrm>
                <a:off x="4480277" y="2345738"/>
                <a:ext cx="3213463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  <m:r>
                        <a:rPr kumimoji="1"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−(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ko-KR" sz="24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  <m:r>
                                <a:rPr kumimoji="1"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333F0F-D717-E582-6F73-023F8DAEC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277" y="2345738"/>
                <a:ext cx="3213463" cy="792396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8BC7CF-154D-9D03-FA23-2B6D5E9CC9F4}"/>
                  </a:ext>
                </a:extLst>
              </p:cNvPr>
              <p:cNvSpPr txBox="1"/>
              <p:nvPr/>
            </p:nvSpPr>
            <p:spPr>
              <a:xfrm>
                <a:off x="2594844" y="4002940"/>
                <a:ext cx="7002310" cy="24255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𝐿</m:t>
                    </m:r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ko-KR" altLang="en-US" sz="240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𝑦</m:t>
                                </m:r>
                                <m:r>
                                  <a:rPr kumimoji="1"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1+</m:t>
                                    </m:r>
                                    <m:sSup>
                                      <m:sSupPr>
                                        <m:ctrlP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−</m:t>
                                        </m:r>
                                        <m:d>
                                          <m:dPr>
                                            <m:ctrlP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  <m:t>𝑎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kumimoji="1" lang="en-US" altLang="ko-KR" sz="2400" i="1">
                                                    <a:latin typeface="Cambria Math" panose="02040503050406030204" pitchFamily="18" charset="0"/>
                                                    <a:ea typeface="나눔스퀘어" panose="020B0600000101010101" pitchFamily="50" charset="-127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kumimoji="1" lang="en-US" altLang="ko-KR" sz="2400" i="1">
                                                    <a:latin typeface="Cambria Math" panose="02040503050406030204" pitchFamily="18" charset="0"/>
                                                    <a:ea typeface="나눔스퀘어" panose="020B0600000101010101" pitchFamily="50" charset="-127"/>
                                                  </a:rPr>
                                                  <m:t>𝑥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kumimoji="1" lang="en-US" altLang="ko-KR" sz="2400" i="1">
                                                    <a:latin typeface="Cambria Math" panose="02040503050406030204" pitchFamily="18" charset="0"/>
                                                    <a:ea typeface="나눔스퀘어" panose="020B0600000101010101" pitchFamily="50" charset="-127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  <m:t>+</m:t>
                                            </m:r>
                                            <m: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  <m:t>𝑏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kumimoji="1" lang="ko-KR" altLang="en-US" sz="2400" dirty="0">
                                    <a:latin typeface="나눔스퀘어" panose="020B0600000101010101" pitchFamily="50" charset="-127"/>
                                    <a:ea typeface="나눔스퀘어" panose="020B0600000101010101" pitchFamily="50" charset="-127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</a:p>
              <a:p>
                <a:pPr algn="ctr"/>
                <a:b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</a:br>
                <a: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or</a:t>
                </a:r>
                <a:r>
                  <a:rPr kumimoji="1" lang="en-US" altLang="ko-KR" sz="2400" dirty="0">
                    <a:ea typeface="나눔스퀘어" panose="020B0600000101010101" pitchFamily="50" charset="-127"/>
                  </a:rPr>
                  <a:t> </a:t>
                </a:r>
                <a:br>
                  <a:rPr kumimoji="1" lang="en-US" altLang="ko-KR" sz="2400" dirty="0">
                    <a:ea typeface="나눔스퀘어" panose="020B0600000101010101" pitchFamily="50" charset="-127"/>
                  </a:rPr>
                </a:br>
                <a:endParaRPr kumimoji="1" lang="en-US" altLang="ko-KR" sz="2400" dirty="0">
                  <a:ea typeface="나눔스퀘어" panose="020B0600000101010101" pitchFamily="50" charset="-127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kumimoji="1"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𝐿</m:t>
                    </m:r>
                    <m:r>
                      <a:rPr kumimoji="1" lang="en-US" altLang="ko-KR" sz="2400" b="0" i="0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ko-KR" sz="24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ko-KR" sz="24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  <m:r>
                          <a:rPr kumimoji="1" lang="en-US" altLang="ko-KR" sz="24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=1</m:t>
                        </m:r>
                      </m:sub>
                      <m:sup>
                        <m:r>
                          <a:rPr kumimoji="1" lang="en-US" altLang="ko-KR" sz="24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40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(</m:t>
                            </m:r>
                            <m:f>
                              <m:fPr>
                                <m:ctrlP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−(</m:t>
                                    </m:r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𝑎</m:t>
                                    </m:r>
                                    <m:sSub>
                                      <m:sSubPr>
                                        <m:ctrlP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+</m:t>
                                    </m:r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𝑏</m:t>
                                    </m:r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)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e>
                        </m:func>
                        <m:r>
                          <a:rPr kumimoji="1" lang="en-US" altLang="ko-KR" sz="24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+</m:t>
                        </m:r>
                        <m:func>
                          <m:funcPr>
                            <m:ctrlP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ko-KR" sz="240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ln</m:t>
                            </m:r>
                          </m:fName>
                          <m:e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(1−</m:t>
                            </m:r>
                            <m:f>
                              <m:fPr>
                                <m:ctrlP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kumimoji="1"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1+</m:t>
                                </m:r>
                                <m:sSup>
                                  <m:sSupPr>
                                    <m:ctrlP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kumimoji="1"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−</m:t>
                                    </m:r>
                                    <m:d>
                                      <m:dPr>
                                        <m:ctrlP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𝑎</m:t>
                                        </m:r>
                                        <m:sSub>
                                          <m:sSubPr>
                                            <m:ctrlP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ko-KR" sz="2400" i="1">
                                                <a:latin typeface="Cambria Math" panose="02040503050406030204" pitchFamily="18" charset="0"/>
                                                <a:ea typeface="나눔스퀘어" panose="020B0600000101010101" pitchFamily="50" charset="-127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+</m:t>
                                        </m:r>
                                        <m:r>
                                          <a:rPr kumimoji="1"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𝑏</m:t>
                                        </m:r>
                                      </m:e>
                                    </m:d>
                                  </m:sup>
                                </m:sSup>
                              </m:den>
                            </m:f>
                            <m:r>
                              <a:rPr kumimoji="1"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kumimoji="1"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endParaRPr kumimoji="1" lang="ko-KR" altLang="en-US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8BC7CF-154D-9D03-FA23-2B6D5E9CC9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4844" y="4002940"/>
                <a:ext cx="7002310" cy="2425536"/>
              </a:xfrm>
              <a:prstGeom prst="rect">
                <a:avLst/>
              </a:prstGeom>
              <a:blipFill>
                <a:blip r:embed="rId4"/>
                <a:stretch>
                  <a:fillRect t="-17708" b="-307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86652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FD09EDB-96B6-0273-8DFD-C66D5446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AB8DCF02-DCED-41FA-AD76-5AA959554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만약 관계를 구하려는 데이터의 정답이 두가지 종류로 구분될 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65B98C63-739C-00CD-8B4A-2C9F564A9986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ECB3A564-C0B8-B347-EA32-C6DCFAA7ED9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3C8CFE-C9C8-9A48-EE3D-2256E821F344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73C9BC7-594D-4317-22B9-E416CA1AC72D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9941605-82AA-C4C9-0BC6-2CF3F724A3C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 Logistic Regression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64ADC7-9E74-598B-E40D-14FE3C847A77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CFD0E55-9D8C-75F2-D5E2-2F22434DDCD4}"/>
              </a:ext>
            </a:extLst>
          </p:cNvPr>
          <p:cNvCxnSpPr>
            <a:cxnSpLocks/>
          </p:cNvCxnSpPr>
          <p:nvPr/>
        </p:nvCxnSpPr>
        <p:spPr>
          <a:xfrm>
            <a:off x="2855573" y="6142187"/>
            <a:ext cx="55816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4A93B7BC-C53C-FFC7-B612-1CB2B039B179}"/>
              </a:ext>
            </a:extLst>
          </p:cNvPr>
          <p:cNvCxnSpPr>
            <a:cxnSpLocks/>
          </p:cNvCxnSpPr>
          <p:nvPr/>
        </p:nvCxnSpPr>
        <p:spPr>
          <a:xfrm flipV="1">
            <a:off x="2979398" y="2303612"/>
            <a:ext cx="0" cy="396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C956D02-85BF-8E1F-048A-718EE669AFFB}"/>
              </a:ext>
            </a:extLst>
          </p:cNvPr>
          <p:cNvSpPr txBox="1"/>
          <p:nvPr/>
        </p:nvSpPr>
        <p:spPr>
          <a:xfrm>
            <a:off x="8434918" y="6007465"/>
            <a:ext cx="1804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발사이즈 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(mm)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C34C41-50AC-C21B-7895-493BAB526734}"/>
              </a:ext>
            </a:extLst>
          </p:cNvPr>
          <p:cNvSpPr txBox="1"/>
          <p:nvPr/>
        </p:nvSpPr>
        <p:spPr>
          <a:xfrm>
            <a:off x="2190179" y="2293324"/>
            <a:ext cx="957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성별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891316A-5DB3-99C7-2638-20663B191B5A}"/>
              </a:ext>
            </a:extLst>
          </p:cNvPr>
          <p:cNvSpPr/>
          <p:nvPr/>
        </p:nvSpPr>
        <p:spPr>
          <a:xfrm>
            <a:off x="301205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057D28-2309-51A3-9018-CCCD31B90036}"/>
              </a:ext>
            </a:extLst>
          </p:cNvPr>
          <p:cNvSpPr txBox="1"/>
          <p:nvPr/>
        </p:nvSpPr>
        <p:spPr>
          <a:xfrm>
            <a:off x="3088935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220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A5ED3D-9CA8-3D74-4337-39D9BCB34F61}"/>
              </a:ext>
            </a:extLst>
          </p:cNvPr>
          <p:cNvSpPr txBox="1"/>
          <p:nvPr/>
        </p:nvSpPr>
        <p:spPr>
          <a:xfrm>
            <a:off x="6736857" y="6198101"/>
            <a:ext cx="7347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290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5C3BC0-2DBC-84F4-DB44-99F388D9F0E9}"/>
              </a:ext>
            </a:extLst>
          </p:cNvPr>
          <p:cNvSpPr txBox="1"/>
          <p:nvPr/>
        </p:nvSpPr>
        <p:spPr>
          <a:xfrm>
            <a:off x="1872343" y="5999378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여성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BD8FE1-A771-1C59-5219-9144BE292F1F}"/>
              </a:ext>
            </a:extLst>
          </p:cNvPr>
          <p:cNvSpPr txBox="1"/>
          <p:nvPr/>
        </p:nvSpPr>
        <p:spPr>
          <a:xfrm>
            <a:off x="2026474" y="2715240"/>
            <a:ext cx="8910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 (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남성</a:t>
            </a:r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8F86A32-A014-AA9D-13F0-B5F681E09A0A}"/>
              </a:ext>
            </a:extLst>
          </p:cNvPr>
          <p:cNvSpPr/>
          <p:nvPr/>
        </p:nvSpPr>
        <p:spPr>
          <a:xfrm>
            <a:off x="3272433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99A490B-7F60-AA16-060E-98D7352FB993}"/>
              </a:ext>
            </a:extLst>
          </p:cNvPr>
          <p:cNvSpPr/>
          <p:nvPr/>
        </p:nvSpPr>
        <p:spPr>
          <a:xfrm>
            <a:off x="3477158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99DE7E57-26BE-8EAC-FDB9-3A3AA036592C}"/>
              </a:ext>
            </a:extLst>
          </p:cNvPr>
          <p:cNvSpPr/>
          <p:nvPr/>
        </p:nvSpPr>
        <p:spPr>
          <a:xfrm>
            <a:off x="341042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A9F6760-2447-DFFF-5B5E-F051AA52664E}"/>
              </a:ext>
            </a:extLst>
          </p:cNvPr>
          <p:cNvSpPr/>
          <p:nvPr/>
        </p:nvSpPr>
        <p:spPr>
          <a:xfrm>
            <a:off x="356989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1C7E620F-F1FD-2C58-25B3-54A7CDA9340A}"/>
              </a:ext>
            </a:extLst>
          </p:cNvPr>
          <p:cNvSpPr/>
          <p:nvPr/>
        </p:nvSpPr>
        <p:spPr>
          <a:xfrm>
            <a:off x="3659335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5D95EF50-8F2C-7D9B-868B-D2A621A36AF7}"/>
              </a:ext>
            </a:extLst>
          </p:cNvPr>
          <p:cNvSpPr/>
          <p:nvPr/>
        </p:nvSpPr>
        <p:spPr>
          <a:xfrm>
            <a:off x="3744434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02DE3F50-CD7F-0B51-6207-9CE21A29335F}"/>
              </a:ext>
            </a:extLst>
          </p:cNvPr>
          <p:cNvSpPr/>
          <p:nvPr/>
        </p:nvSpPr>
        <p:spPr>
          <a:xfrm>
            <a:off x="4003869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104E169-218F-B2BC-83A0-4FECDA7BACA0}"/>
              </a:ext>
            </a:extLst>
          </p:cNvPr>
          <p:cNvSpPr/>
          <p:nvPr/>
        </p:nvSpPr>
        <p:spPr>
          <a:xfrm>
            <a:off x="3929491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BB3822E9-7C7F-CCD7-3C5F-8C8ECFE25D49}"/>
              </a:ext>
            </a:extLst>
          </p:cNvPr>
          <p:cNvSpPr/>
          <p:nvPr/>
        </p:nvSpPr>
        <p:spPr>
          <a:xfrm>
            <a:off x="411247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685A6D3-CDD0-11E4-16B5-863E92FB0A8A}"/>
              </a:ext>
            </a:extLst>
          </p:cNvPr>
          <p:cNvSpPr/>
          <p:nvPr/>
        </p:nvSpPr>
        <p:spPr>
          <a:xfrm>
            <a:off x="4025426" y="606109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A5B9F55B-DDCB-7C08-1180-97C8EB3BF8EB}"/>
              </a:ext>
            </a:extLst>
          </p:cNvPr>
          <p:cNvSpPr/>
          <p:nvPr/>
        </p:nvSpPr>
        <p:spPr>
          <a:xfrm rot="19439823">
            <a:off x="5690101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7C33C97-FE85-C4EA-63B1-EB884D15A455}"/>
              </a:ext>
            </a:extLst>
          </p:cNvPr>
          <p:cNvSpPr/>
          <p:nvPr/>
        </p:nvSpPr>
        <p:spPr>
          <a:xfrm rot="19439823">
            <a:off x="5558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08C26D8-A12A-BB80-E42E-A51DFA7F6151}"/>
              </a:ext>
            </a:extLst>
          </p:cNvPr>
          <p:cNvSpPr/>
          <p:nvPr/>
        </p:nvSpPr>
        <p:spPr>
          <a:xfrm rot="19439823">
            <a:off x="584680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37499AB4-3B2A-EE32-2BDD-19CB79C70C61}"/>
              </a:ext>
            </a:extLst>
          </p:cNvPr>
          <p:cNvSpPr/>
          <p:nvPr/>
        </p:nvSpPr>
        <p:spPr>
          <a:xfrm rot="19439823">
            <a:off x="6136626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08EC884-8D3C-8863-541B-D86A7319A93B}"/>
              </a:ext>
            </a:extLst>
          </p:cNvPr>
          <p:cNvSpPr/>
          <p:nvPr/>
        </p:nvSpPr>
        <p:spPr>
          <a:xfrm rot="19439823">
            <a:off x="6028728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FCA41566-C714-5B81-D442-9E30461BFD23}"/>
              </a:ext>
            </a:extLst>
          </p:cNvPr>
          <p:cNvSpPr/>
          <p:nvPr/>
        </p:nvSpPr>
        <p:spPr>
          <a:xfrm rot="19439823">
            <a:off x="6283587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FBDAFFE-CBF8-87E6-E240-4D6B93077D35}"/>
              </a:ext>
            </a:extLst>
          </p:cNvPr>
          <p:cNvSpPr/>
          <p:nvPr/>
        </p:nvSpPr>
        <p:spPr>
          <a:xfrm rot="19439823">
            <a:off x="6426445" y="2927501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43F63B0-D005-0915-9236-123B632998BD}"/>
              </a:ext>
            </a:extLst>
          </p:cNvPr>
          <p:cNvSpPr/>
          <p:nvPr/>
        </p:nvSpPr>
        <p:spPr>
          <a:xfrm rot="19439823">
            <a:off x="6607740" y="2927502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ABF37E0D-EC45-9572-7A58-AFA9E654173A}"/>
              </a:ext>
            </a:extLst>
          </p:cNvPr>
          <p:cNvSpPr/>
          <p:nvPr/>
        </p:nvSpPr>
        <p:spPr>
          <a:xfrm rot="19439823">
            <a:off x="6771561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7F58C148-F818-25EC-CDD0-FF90EBA24020}"/>
              </a:ext>
            </a:extLst>
          </p:cNvPr>
          <p:cNvSpPr/>
          <p:nvPr/>
        </p:nvSpPr>
        <p:spPr>
          <a:xfrm rot="19439823">
            <a:off x="6666770" y="2927503"/>
            <a:ext cx="152400" cy="152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386504D-703D-CA63-3083-E99C1AAA5B69}"/>
              </a:ext>
            </a:extLst>
          </p:cNvPr>
          <p:cNvGrpSpPr/>
          <p:nvPr/>
        </p:nvGrpSpPr>
        <p:grpSpPr>
          <a:xfrm>
            <a:off x="2675171" y="3023017"/>
            <a:ext cx="4684668" cy="3063256"/>
            <a:chOff x="2190179" y="3154033"/>
            <a:chExt cx="5705302" cy="2564991"/>
          </a:xfrm>
        </p:grpSpPr>
        <p:cxnSp>
          <p:nvCxnSpPr>
            <p:cNvPr id="11" name="구부러진 연결선[U] 10">
              <a:extLst>
                <a:ext uri="{FF2B5EF4-FFF2-40B4-BE49-F238E27FC236}">
                  <a16:creationId xmlns:a16="http://schemas.microsoft.com/office/drawing/2014/main" id="{2FBDBA87-639C-7176-FCBE-C48494F2A6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6287" y="3154033"/>
              <a:ext cx="3390570" cy="2564991"/>
            </a:xfrm>
            <a:prstGeom prst="curvedConnector3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[R] 49">
              <a:extLst>
                <a:ext uri="{FF2B5EF4-FFF2-40B4-BE49-F238E27FC236}">
                  <a16:creationId xmlns:a16="http://schemas.microsoft.com/office/drawing/2014/main" id="{341E63BC-2F44-D9C1-8EBF-438DC6435080}"/>
                </a:ext>
              </a:extLst>
            </p:cNvPr>
            <p:cNvCxnSpPr/>
            <p:nvPr/>
          </p:nvCxnSpPr>
          <p:spPr>
            <a:xfrm flipH="1">
              <a:off x="2190179" y="5719024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연결선[R] 50">
              <a:extLst>
                <a:ext uri="{FF2B5EF4-FFF2-40B4-BE49-F238E27FC236}">
                  <a16:creationId xmlns:a16="http://schemas.microsoft.com/office/drawing/2014/main" id="{11A080E1-7B28-23A2-8F66-F54553DB0BD6}"/>
                </a:ext>
              </a:extLst>
            </p:cNvPr>
            <p:cNvCxnSpPr/>
            <p:nvPr/>
          </p:nvCxnSpPr>
          <p:spPr>
            <a:xfrm flipH="1">
              <a:off x="6675231" y="3154033"/>
              <a:ext cx="122025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2D4722-6913-DBE4-4867-79A3F7A8EB30}"/>
                  </a:ext>
                </a:extLst>
              </p:cNvPr>
              <p:cNvSpPr txBox="1"/>
              <p:nvPr/>
            </p:nvSpPr>
            <p:spPr>
              <a:xfrm>
                <a:off x="5375419" y="3321264"/>
                <a:ext cx="2360731" cy="698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1+</m:t>
                          </m:r>
                          <m:sSup>
                            <m:sSupPr>
                              <m:ctrlP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−(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𝑎𝑥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  <m:r>
                                <a:rPr kumimoji="1"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F2D4722-6913-DBE4-4867-79A3F7A8E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419" y="3321264"/>
                <a:ext cx="2360731" cy="698781"/>
              </a:xfrm>
              <a:prstGeom prst="rect">
                <a:avLst/>
              </a:prstGeom>
              <a:blipFill>
                <a:blip r:embed="rId3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B9E0AA05-A07C-466B-0314-474BBC517C4D}"/>
              </a:ext>
            </a:extLst>
          </p:cNvPr>
          <p:cNvCxnSpPr/>
          <p:nvPr/>
        </p:nvCxnSpPr>
        <p:spPr>
          <a:xfrm>
            <a:off x="1733005" y="4380411"/>
            <a:ext cx="87259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666F7F-49E9-6D38-1488-0A0F0144A073}"/>
              </a:ext>
            </a:extLst>
          </p:cNvPr>
          <p:cNvSpPr txBox="1"/>
          <p:nvPr/>
        </p:nvSpPr>
        <p:spPr>
          <a:xfrm>
            <a:off x="1803209" y="4429144"/>
            <a:ext cx="12088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0.5</a:t>
            </a:r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0EF63D-0D8E-7DD4-0948-A7CCB9A81962}"/>
                  </a:ext>
                </a:extLst>
              </p:cNvPr>
              <p:cNvSpPr txBox="1"/>
              <p:nvPr/>
            </p:nvSpPr>
            <p:spPr>
              <a:xfrm>
                <a:off x="8434918" y="4868091"/>
                <a:ext cx="248563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acc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</m:acc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≥0.5</m:t>
                    </m:r>
                  </m:oMath>
                </a14:m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-&gt;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남성</a:t>
                </a: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endParaRPr kumimoji="1" lang="en-US" altLang="ko-KR" b="0" i="1" dirty="0">
                  <a:latin typeface="Cambria Math" panose="02040503050406030204" pitchFamily="18" charset="0"/>
                  <a:ea typeface="나눔스퀘어" panose="020B0600000101010101" pitchFamily="50" charset="-127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acc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</m:acc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&lt;0.5</m:t>
                    </m:r>
                  </m:oMath>
                </a14:m>
                <a:r>
                  <a:rPr kumimoji="1"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-&gt;</a:t>
                </a:r>
                <a:r>
                  <a:rPr kumimoji="1"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여성</a:t>
                </a:r>
                <a:endParaRPr kumimoji="1"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40EF63D-0D8E-7DD4-0948-A7CCB9A819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4918" y="4868091"/>
                <a:ext cx="2485631" cy="738664"/>
              </a:xfrm>
              <a:prstGeom prst="rect">
                <a:avLst/>
              </a:prstGeom>
              <a:blipFill>
                <a:blip r:embed="rId4"/>
                <a:stretch>
                  <a:fillRect t="-1695" b="-67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33354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A2009A8F-542D-59A2-7E36-98A028DDA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A9CC75AC-26A3-82C0-05B6-79C96709235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입력 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x</a:t>
                </a:r>
                <a:r>
                  <a:rPr lang="ko-KR" altLang="en-US" sz="200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에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대해서 미리 정해진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종류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로 구분하는 것</a:t>
                </a: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∈{0, 1, ⋯}</m:t>
                    </m:r>
                  </m:oMath>
                </a14:m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EX)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이진분류 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(O/X,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남성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/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여성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-1/1, 0/1)</a:t>
                </a: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A9CC75AC-26A3-82C0-05B6-79C96709235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748BC926-57F4-38DE-3796-D39FF3AF470D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F91748FE-2009-191A-B8EA-972670902173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575E9E6-BC57-D5DE-0B6E-DF0E546C6930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2F5EEE24-3927-BFC9-4157-01BBC0372D7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CE44A68-5CF1-AF89-C252-C856AA343C99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복습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 Classification 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분류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00302D2-948F-D2ED-0B51-03075349872C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5150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CED96E7-F9B3-1E45-6064-32A8E4A7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C55B17F9-DDBD-01C4-9F24-31D668AB9F3A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입력 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x</a:t>
                </a:r>
                <a:r>
                  <a:rPr lang="ko-KR" altLang="en-US" sz="2000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에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대해서 미리 정해진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종류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20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로 구분하는 것</a:t>
                </a: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 algn="l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C55B17F9-DDBD-01C4-9F24-31D668AB9F3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A5E7E6F2-479D-182B-E6BE-E81491731B7B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29E52AF4-C03D-8F89-A0DE-FA7F62F9B08B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289F0A4-4C94-C5CF-3D0C-544E34EF6028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F61EBD79-7E13-34AF-9AD0-E0A9D9ED16C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F3AF5C0C-6153-6BB5-7FB1-D98EDFD6A046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SVM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분류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5CCA122-2556-5483-8DAD-15296ECFBCFE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33EC64-2154-3F98-A28D-EFA5EA1FA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5422" y="2341190"/>
            <a:ext cx="5335248" cy="3762155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512CA62-2478-F832-8927-0C09A87DD45B}"/>
              </a:ext>
            </a:extLst>
          </p:cNvPr>
          <p:cNvCxnSpPr>
            <a:cxnSpLocks/>
          </p:cNvCxnSpPr>
          <p:nvPr/>
        </p:nvCxnSpPr>
        <p:spPr>
          <a:xfrm>
            <a:off x="5305445" y="2693015"/>
            <a:ext cx="2206829" cy="2625609"/>
          </a:xfrm>
          <a:prstGeom prst="line">
            <a:avLst/>
          </a:prstGeom>
          <a:ln w="28575">
            <a:solidFill>
              <a:srgbClr val="00B05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141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755CEF6-6E98-F577-0635-1F64EEB9C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A1689DDC-D936-9995-14DA-00D2C75F55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대해서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margin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최대인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15751C8D-ABAB-813C-9D40-F60F18F87E90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0353CE5-E4DF-4728-693A-490EE936BCA0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D54F9C3-A83F-E699-1FD0-1B2C1F70C92B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5EF7FA1-491C-1892-31E1-EEA2DDAFE8B3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F6C7D168-FD39-5174-27A9-B166AD262C41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SVM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분류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E8CE7CA-BA14-5B4E-BD46-395BC397729C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5BA5D23-F38C-ABA9-D51B-33233E20165D}"/>
              </a:ext>
            </a:extLst>
          </p:cNvPr>
          <p:cNvGrpSpPr/>
          <p:nvPr/>
        </p:nvGrpSpPr>
        <p:grpSpPr>
          <a:xfrm>
            <a:off x="3075422" y="2341190"/>
            <a:ext cx="5335248" cy="3762155"/>
            <a:chOff x="2496000" y="890456"/>
            <a:chExt cx="7200000" cy="50770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9653535-5EF9-8C20-B743-0F1DA96C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6000" y="890456"/>
              <a:ext cx="7200000" cy="5077087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5F9ABF0D-F702-09A4-06FF-6B648325C3B2}"/>
                </a:ext>
              </a:extLst>
            </p:cNvPr>
            <p:cNvCxnSpPr>
              <a:cxnSpLocks/>
            </p:cNvCxnSpPr>
            <p:nvPr/>
          </p:nvCxnSpPr>
          <p:spPr>
            <a:xfrm>
              <a:off x="47053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ACC91D52-9401-345E-2199-D3C7055DA9A4}"/>
                </a:ext>
              </a:extLst>
            </p:cNvPr>
            <p:cNvCxnSpPr>
              <a:cxnSpLocks/>
            </p:cNvCxnSpPr>
            <p:nvPr/>
          </p:nvCxnSpPr>
          <p:spPr>
            <a:xfrm>
              <a:off x="55054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8">
              <a:extLst>
                <a:ext uri="{FF2B5EF4-FFF2-40B4-BE49-F238E27FC236}">
                  <a16:creationId xmlns:a16="http://schemas.microsoft.com/office/drawing/2014/main" id="{B5613C33-C9C8-84F4-07FC-0DFE507E5DEA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73DB063A-DC2E-3B43-6FE4-756632900B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38454" y="3019425"/>
              <a:ext cx="424703" cy="38100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8C6ABD15-DB33-AACA-C33A-982BB98F7B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797" y="2597150"/>
              <a:ext cx="458055" cy="38970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1">
              <a:extLst>
                <a:ext uri="{FF2B5EF4-FFF2-40B4-BE49-F238E27FC236}">
                  <a16:creationId xmlns:a16="http://schemas.microsoft.com/office/drawing/2014/main" id="{31CFA6DC-57CA-EC60-DBE0-697322D26A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593" y="2858196"/>
              <a:ext cx="61943" cy="515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2">
              <a:extLst>
                <a:ext uri="{FF2B5EF4-FFF2-40B4-BE49-F238E27FC236}">
                  <a16:creationId xmlns:a16="http://schemas.microsoft.com/office/drawing/2014/main" id="{74A87217-EFAB-EDD6-8B64-F866C53805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0970" y="2853406"/>
              <a:ext cx="70939" cy="773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DED308B-75D1-7BC2-02C9-626C81383292}"/>
                    </a:ext>
                  </a:extLst>
                </p:cNvPr>
                <p:cNvSpPr txBox="1"/>
                <p:nvPr/>
              </p:nvSpPr>
              <p:spPr>
                <a:xfrm>
                  <a:off x="6593582" y="3208572"/>
                  <a:ext cx="40094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DED308B-75D1-7BC2-02C9-626C813832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3582" y="3208572"/>
                  <a:ext cx="400943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0B2E3E5-35EE-BCE9-C848-A2EFC342C173}"/>
                    </a:ext>
                  </a:extLst>
                </p:cNvPr>
                <p:cNvSpPr txBox="1"/>
                <p:nvPr/>
              </p:nvSpPr>
              <p:spPr>
                <a:xfrm>
                  <a:off x="7067662" y="2756232"/>
                  <a:ext cx="400943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ko-KR" altLang="en-US" sz="1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0B2E3E5-35EE-BCE9-C848-A2EFC342C1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7662" y="2756232"/>
                  <a:ext cx="400943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578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5B609B-7F8A-FB12-7D6E-9F33754E6B37}"/>
                  </a:ext>
                </a:extLst>
              </p:cNvPr>
              <p:cNvSpPr txBox="1"/>
              <p:nvPr/>
            </p:nvSpPr>
            <p:spPr>
              <a:xfrm>
                <a:off x="7077458" y="5283620"/>
                <a:ext cx="16402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05B609B-7F8A-FB12-7D6E-9F33754E6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458" y="5283620"/>
                <a:ext cx="164025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0B1917-CD00-9953-E6D7-AED0F1D66AA9}"/>
                  </a:ext>
                </a:extLst>
              </p:cNvPr>
              <p:cNvSpPr txBox="1"/>
              <p:nvPr/>
            </p:nvSpPr>
            <p:spPr>
              <a:xfrm>
                <a:off x="7392719" y="4269473"/>
                <a:ext cx="16402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0B1917-CD00-9953-E6D7-AED0F1D66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719" y="4269473"/>
                <a:ext cx="1640257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12938A-A6D0-BC86-E90A-440B34E520D9}"/>
                  </a:ext>
                </a:extLst>
              </p:cNvPr>
              <p:cNvSpPr txBox="1"/>
              <p:nvPr/>
            </p:nvSpPr>
            <p:spPr>
              <a:xfrm>
                <a:off x="4749883" y="4481880"/>
                <a:ext cx="17749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12938A-A6D0-BC86-E90A-440B34E52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883" y="4481880"/>
                <a:ext cx="177490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95239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580E7935-8E21-94D4-B833-D67C3252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E6BC636E-D67A-825D-D5D5-994A5FE1C7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대해서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margin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최대인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3E14EB0C-CB44-61ED-DBE9-CBBA5C20C148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64519BA-ED2A-2E3D-AD6C-9D9939381093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19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BAA33AF-C12A-F008-F20C-15D8336B35FA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32FA3E8-AC5F-B630-0D87-97BEF62A2A3C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54D4703C-1C10-F0FF-76EB-2DA5F0D5636B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SVM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분류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EEEF795-051E-8EEF-DF0C-77E43AC39D8E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E1770F-4EC6-9AE3-9D3C-8A071344B40F}"/>
              </a:ext>
            </a:extLst>
          </p:cNvPr>
          <p:cNvGrpSpPr/>
          <p:nvPr/>
        </p:nvGrpSpPr>
        <p:grpSpPr>
          <a:xfrm>
            <a:off x="3075422" y="2341190"/>
            <a:ext cx="5335248" cy="3762155"/>
            <a:chOff x="2496000" y="890456"/>
            <a:chExt cx="7200000" cy="50770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21C55EE-3B45-1D1A-1865-9FB54C5F7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6000" y="890456"/>
              <a:ext cx="7200000" cy="5077087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8BDB2F0E-AC06-8449-852D-44DE46B4718D}"/>
                </a:ext>
              </a:extLst>
            </p:cNvPr>
            <p:cNvCxnSpPr>
              <a:cxnSpLocks/>
            </p:cNvCxnSpPr>
            <p:nvPr/>
          </p:nvCxnSpPr>
          <p:spPr>
            <a:xfrm>
              <a:off x="47053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18A84461-220B-EF8D-10DE-2DC9C712BBE5}"/>
                </a:ext>
              </a:extLst>
            </p:cNvPr>
            <p:cNvCxnSpPr>
              <a:cxnSpLocks/>
            </p:cNvCxnSpPr>
            <p:nvPr/>
          </p:nvCxnSpPr>
          <p:spPr>
            <a:xfrm>
              <a:off x="55054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8">
              <a:extLst>
                <a:ext uri="{FF2B5EF4-FFF2-40B4-BE49-F238E27FC236}">
                  <a16:creationId xmlns:a16="http://schemas.microsoft.com/office/drawing/2014/main" id="{586A2B9C-51E3-FAA8-BA39-06DF0AD9CBC0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DE9F11C5-0760-F26D-4E13-763808CCF6F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797" y="2597150"/>
              <a:ext cx="458055" cy="38970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1">
              <a:extLst>
                <a:ext uri="{FF2B5EF4-FFF2-40B4-BE49-F238E27FC236}">
                  <a16:creationId xmlns:a16="http://schemas.microsoft.com/office/drawing/2014/main" id="{8F09A941-59B6-CA8E-EF73-668872C910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593" y="2858196"/>
              <a:ext cx="61943" cy="515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2">
              <a:extLst>
                <a:ext uri="{FF2B5EF4-FFF2-40B4-BE49-F238E27FC236}">
                  <a16:creationId xmlns:a16="http://schemas.microsoft.com/office/drawing/2014/main" id="{179FB2D9-B658-D5D2-9E68-060D65523A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0970" y="2853406"/>
              <a:ext cx="70939" cy="773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4C5533-E0AF-A666-DA02-93D2CA9E60D5}"/>
                  </a:ext>
                </a:extLst>
              </p:cNvPr>
              <p:cNvSpPr txBox="1"/>
              <p:nvPr/>
            </p:nvSpPr>
            <p:spPr>
              <a:xfrm>
                <a:off x="5685396" y="2031756"/>
                <a:ext cx="2476384" cy="5491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F4C5533-E0AF-A666-DA02-93D2CA9E6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396" y="2031756"/>
                <a:ext cx="2476384" cy="5491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직선 연결선 13">
            <a:extLst>
              <a:ext uri="{FF2B5EF4-FFF2-40B4-BE49-F238E27FC236}">
                <a16:creationId xmlns:a16="http://schemas.microsoft.com/office/drawing/2014/main" id="{5DE27098-BBC2-17DC-5E4F-27DF5CDA9286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6512081" y="2580881"/>
            <a:ext cx="411507" cy="116936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6E78DCD-D479-F46A-DD16-43FE65A3F771}"/>
                  </a:ext>
                </a:extLst>
              </p:cNvPr>
              <p:cNvSpPr txBox="1"/>
              <p:nvPr/>
            </p:nvSpPr>
            <p:spPr>
              <a:xfrm>
                <a:off x="7077458" y="5283620"/>
                <a:ext cx="16402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6E78DCD-D479-F46A-DD16-43FE65A3F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458" y="5283620"/>
                <a:ext cx="1640257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422EA5-4080-DFBB-6FEE-00E536147C69}"/>
                  </a:ext>
                </a:extLst>
              </p:cNvPr>
              <p:cNvSpPr txBox="1"/>
              <p:nvPr/>
            </p:nvSpPr>
            <p:spPr>
              <a:xfrm>
                <a:off x="7392719" y="4269473"/>
                <a:ext cx="16402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0422EA5-4080-DFBB-6FEE-00E536147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719" y="4269473"/>
                <a:ext cx="164025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244F4A-EDDB-E6C1-274F-5F94FCEA0F7F}"/>
                  </a:ext>
                </a:extLst>
              </p:cNvPr>
              <p:cNvSpPr txBox="1"/>
              <p:nvPr/>
            </p:nvSpPr>
            <p:spPr>
              <a:xfrm>
                <a:off x="4749883" y="4481880"/>
                <a:ext cx="17749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2244F4A-EDDB-E6C1-274F-5F94FCEA0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883" y="4481880"/>
                <a:ext cx="177490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1799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549C3F6-9E98-16B7-3B5F-78F28686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FCB22E92-785D-1A20-35A6-2EFA398E7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대해서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margin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최대인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FB72E554-5336-5BCA-12CF-ABF3F3CA64FB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766A3F2-BE3B-8948-A3BD-F76C9735FCA8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4F51895-C56C-1086-DE4E-432D503DD9D4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4FE0C39-28BD-95C2-DBD7-E2B042D40524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75FA3216-CE06-2B60-7748-96EAF2B1F1A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SVM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분류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A4D54BE-2E6A-8E56-654C-ED3AAF97DAF5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4CF2FE-E5A0-FBA9-EC9B-36891FD18D14}"/>
              </a:ext>
            </a:extLst>
          </p:cNvPr>
          <p:cNvGrpSpPr/>
          <p:nvPr/>
        </p:nvGrpSpPr>
        <p:grpSpPr>
          <a:xfrm>
            <a:off x="3075422" y="2341190"/>
            <a:ext cx="5335248" cy="3762155"/>
            <a:chOff x="2496000" y="890456"/>
            <a:chExt cx="7200000" cy="50770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822A8BA-C17B-3504-FACF-A97263C6F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6000" y="890456"/>
              <a:ext cx="7200000" cy="5077087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BAE45B75-A62E-E45C-68D4-0F80432481BE}"/>
                </a:ext>
              </a:extLst>
            </p:cNvPr>
            <p:cNvCxnSpPr>
              <a:cxnSpLocks/>
            </p:cNvCxnSpPr>
            <p:nvPr/>
          </p:nvCxnSpPr>
          <p:spPr>
            <a:xfrm>
              <a:off x="47053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671B2FD0-021F-8E74-218C-91C6471C2A4F}"/>
                </a:ext>
              </a:extLst>
            </p:cNvPr>
            <p:cNvCxnSpPr>
              <a:cxnSpLocks/>
            </p:cNvCxnSpPr>
            <p:nvPr/>
          </p:nvCxnSpPr>
          <p:spPr>
            <a:xfrm>
              <a:off x="55054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8">
              <a:extLst>
                <a:ext uri="{FF2B5EF4-FFF2-40B4-BE49-F238E27FC236}">
                  <a16:creationId xmlns:a16="http://schemas.microsoft.com/office/drawing/2014/main" id="{9B446EA2-7C61-B796-7B6C-0C24365F684F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화살표 연결선 9">
              <a:extLst>
                <a:ext uri="{FF2B5EF4-FFF2-40B4-BE49-F238E27FC236}">
                  <a16:creationId xmlns:a16="http://schemas.microsoft.com/office/drawing/2014/main" id="{960343CF-8DC6-ED14-7302-E2EC9F6E69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797" y="2597150"/>
              <a:ext cx="458055" cy="389703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1">
              <a:extLst>
                <a:ext uri="{FF2B5EF4-FFF2-40B4-BE49-F238E27FC236}">
                  <a16:creationId xmlns:a16="http://schemas.microsoft.com/office/drawing/2014/main" id="{D5CD9D0C-7E88-04AC-A43C-728E6AE08F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2593" y="2858196"/>
              <a:ext cx="61943" cy="5156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2">
              <a:extLst>
                <a:ext uri="{FF2B5EF4-FFF2-40B4-BE49-F238E27FC236}">
                  <a16:creationId xmlns:a16="http://schemas.microsoft.com/office/drawing/2014/main" id="{C2F6638F-5D69-C31D-C9C4-DB198C912D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90970" y="2853406"/>
              <a:ext cx="70939" cy="773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08EF-9571-4B99-4F8F-8532D380FC7C}"/>
                  </a:ext>
                </a:extLst>
              </p:cNvPr>
              <p:cNvSpPr txBox="1"/>
              <p:nvPr/>
            </p:nvSpPr>
            <p:spPr>
              <a:xfrm>
                <a:off x="761057" y="2853740"/>
                <a:ext cx="2017925" cy="20817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2000" dirty="0"/>
                  <a:t>margin </a:t>
                </a:r>
                <a:r>
                  <a:rPr lang="ko-KR" altLang="en-US" sz="2000" dirty="0"/>
                  <a:t>최대화</a:t>
                </a:r>
                <a:endParaRPr lang="en-US" altLang="ko-KR" sz="2000" dirty="0"/>
              </a:p>
              <a:p>
                <a:pPr algn="ctr"/>
                <a:endParaRPr lang="en-US" altLang="ko-KR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altLang="ko-KR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den>
                          </m:f>
                        </m:e>
                      </m:func>
                    </m:oMath>
                  </m:oMathPara>
                </a14:m>
                <a:endParaRPr lang="en-US" altLang="ko-KR" sz="2000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altLang="ko-KR" sz="2000" b="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008EF-9571-4B99-4F8F-8532D380F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057" y="2853740"/>
                <a:ext cx="2017925" cy="2081788"/>
              </a:xfrm>
              <a:prstGeom prst="rect">
                <a:avLst/>
              </a:prstGeom>
              <a:blipFill>
                <a:blip r:embed="rId4"/>
                <a:stretch>
                  <a:fillRect t="-181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B0CCE5-62C1-47BD-C12E-64D66A9460AA}"/>
                  </a:ext>
                </a:extLst>
              </p:cNvPr>
              <p:cNvSpPr txBox="1"/>
              <p:nvPr/>
            </p:nvSpPr>
            <p:spPr>
              <a:xfrm>
                <a:off x="5685396" y="2031756"/>
                <a:ext cx="2476384" cy="5491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BB0CCE5-62C1-47BD-C12E-64D66A946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396" y="2031756"/>
                <a:ext cx="2476384" cy="5491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28972E6F-0215-8F15-7079-F3AAED66DF9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512081" y="2580881"/>
            <a:ext cx="411507" cy="116936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F6BB31-0DA3-53B0-41F5-3E7EB3ECDDA3}"/>
                  </a:ext>
                </a:extLst>
              </p:cNvPr>
              <p:cNvSpPr txBox="1"/>
              <p:nvPr/>
            </p:nvSpPr>
            <p:spPr>
              <a:xfrm>
                <a:off x="7392719" y="4269473"/>
                <a:ext cx="16402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8F6BB31-0DA3-53B0-41F5-3E7EB3ECD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719" y="4269473"/>
                <a:ext cx="164025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46ED9E-9F6D-84AF-C59A-CB767BA23106}"/>
                  </a:ext>
                </a:extLst>
              </p:cNvPr>
              <p:cNvSpPr txBox="1"/>
              <p:nvPr/>
            </p:nvSpPr>
            <p:spPr>
              <a:xfrm>
                <a:off x="4749883" y="4481880"/>
                <a:ext cx="17749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46ED9E-9F6D-84AF-C59A-CB767BA23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883" y="4481880"/>
                <a:ext cx="177490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565FCA-88CA-2BAF-9FB8-4139F140D869}"/>
                  </a:ext>
                </a:extLst>
              </p:cNvPr>
              <p:cNvSpPr txBox="1"/>
              <p:nvPr/>
            </p:nvSpPr>
            <p:spPr>
              <a:xfrm>
                <a:off x="7077458" y="5283620"/>
                <a:ext cx="16402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E565FCA-88CA-2BAF-9FB8-4139F140D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458" y="5283620"/>
                <a:ext cx="1640257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0491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C6E7CDF2-5DC6-DB44-CC0B-8952D2470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82423702-5469-3487-B71D-E940DAD691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입력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에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대해서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margin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최대인 직선 찾기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2" name="Google Shape;122;p3">
            <a:extLst>
              <a:ext uri="{FF2B5EF4-FFF2-40B4-BE49-F238E27FC236}">
                <a16:creationId xmlns:a16="http://schemas.microsoft.com/office/drawing/2014/main" id="{8254E91E-FE60-4155-4597-AD9B9C35570F}"/>
              </a:ext>
            </a:extLst>
          </p:cNvPr>
          <p:cNvSpPr/>
          <p:nvPr/>
        </p:nvSpPr>
        <p:spPr>
          <a:xfrm>
            <a:off x="-1" y="6549772"/>
            <a:ext cx="12192000" cy="308227"/>
          </a:xfrm>
          <a:prstGeom prst="rect">
            <a:avLst/>
          </a:prstGeom>
          <a:solidFill>
            <a:srgbClr val="D30378"/>
          </a:solidFill>
          <a:ln w="12700" cap="flat" cmpd="sng">
            <a:solidFill>
              <a:srgbClr val="D303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E2E2DCC-3BC2-F550-FB6A-5961FABD35DE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21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8ED86DE-6923-3721-5E4A-3E5444B1A296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04993DA6-8292-C022-2FC8-0FA1C7CAD7F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167510F-5910-0801-7EF7-C10120978EE9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SVM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분류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6364CAB-BABB-D1EC-77BB-4935139288F0}"/>
              </a:ext>
            </a:extLst>
          </p:cNvPr>
          <p:cNvSpPr txBox="1"/>
          <p:nvPr/>
        </p:nvSpPr>
        <p:spPr>
          <a:xfrm>
            <a:off x="-1" y="6550223"/>
            <a:ext cx="21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Presenter: Jaehyung Lim</a:t>
            </a:r>
            <a:endParaRPr lang="ko-KR" altLang="en-US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7BB04D9-70D6-059F-DFB8-47A7F28E6415}"/>
              </a:ext>
            </a:extLst>
          </p:cNvPr>
          <p:cNvGrpSpPr/>
          <p:nvPr/>
        </p:nvGrpSpPr>
        <p:grpSpPr>
          <a:xfrm>
            <a:off x="3075422" y="2341190"/>
            <a:ext cx="5335248" cy="3762155"/>
            <a:chOff x="2496000" y="890456"/>
            <a:chExt cx="7200000" cy="507708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CC38F1C-E6FD-E5A2-A9E1-585D660E0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96000" y="890456"/>
              <a:ext cx="7200000" cy="5077087"/>
            </a:xfrm>
            <a:prstGeom prst="rect">
              <a:avLst/>
            </a:prstGeom>
          </p:spPr>
        </p:pic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27CA3B2-5D5C-6849-EBBC-5BDD3B3B10B8}"/>
                </a:ext>
              </a:extLst>
            </p:cNvPr>
            <p:cNvCxnSpPr>
              <a:cxnSpLocks/>
            </p:cNvCxnSpPr>
            <p:nvPr/>
          </p:nvCxnSpPr>
          <p:spPr>
            <a:xfrm>
              <a:off x="47053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9C8384E-C446-7E3C-38EB-8D5BA62E2B82}"/>
                </a:ext>
              </a:extLst>
            </p:cNvPr>
            <p:cNvCxnSpPr>
              <a:cxnSpLocks/>
            </p:cNvCxnSpPr>
            <p:nvPr/>
          </p:nvCxnSpPr>
          <p:spPr>
            <a:xfrm>
              <a:off x="55054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8">
              <a:extLst>
                <a:ext uri="{FF2B5EF4-FFF2-40B4-BE49-F238E27FC236}">
                  <a16:creationId xmlns:a16="http://schemas.microsoft.com/office/drawing/2014/main" id="{ADC77D5C-C4C5-938B-4F37-F79ECEB3D19F}"/>
                </a:ext>
              </a:extLst>
            </p:cNvPr>
            <p:cNvCxnSpPr>
              <a:cxnSpLocks/>
            </p:cNvCxnSpPr>
            <p:nvPr/>
          </p:nvCxnSpPr>
          <p:spPr>
            <a:xfrm>
              <a:off x="6356350" y="1365250"/>
              <a:ext cx="2978150" cy="3543300"/>
            </a:xfrm>
            <a:prstGeom prst="line">
              <a:avLst/>
            </a:prstGeom>
            <a:ln w="28575">
              <a:solidFill>
                <a:srgbClr val="00B05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9ECDC7-7726-F365-4D31-A90FCD0D67BB}"/>
                  </a:ext>
                </a:extLst>
              </p:cNvPr>
              <p:cNvSpPr txBox="1"/>
              <p:nvPr/>
            </p:nvSpPr>
            <p:spPr>
              <a:xfrm>
                <a:off x="115959" y="2891527"/>
                <a:ext cx="3208827" cy="16041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altLang="ko-KR" sz="2000" dirty="0"/>
                  <a:t>margin </a:t>
                </a:r>
                <a:r>
                  <a:rPr lang="ko-KR" altLang="en-US" sz="2000" dirty="0"/>
                  <a:t>최대화</a:t>
                </a:r>
                <a:endParaRPr lang="en-US" altLang="ko-KR" sz="2000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en-US" altLang="ko-KR" sz="2000" b="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ko-KR" sz="2000" dirty="0"/>
                  <a:t>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altLang="ko-KR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9ECDC7-7726-F365-4D31-A90FCD0D67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59" y="2891527"/>
                <a:ext cx="3208827" cy="1604157"/>
              </a:xfrm>
              <a:prstGeom prst="rect">
                <a:avLst/>
              </a:prstGeom>
              <a:blipFill>
                <a:blip r:embed="rId4"/>
                <a:stretch>
                  <a:fillRect l="-1186" b="-6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7EF1D7-D672-8A85-0980-4EF41329EEC1}"/>
                  </a:ext>
                </a:extLst>
              </p:cNvPr>
              <p:cNvSpPr txBox="1"/>
              <p:nvPr/>
            </p:nvSpPr>
            <p:spPr>
              <a:xfrm>
                <a:off x="8892873" y="2396380"/>
                <a:ext cx="16717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17EF1D7-D672-8A85-0980-4EF41329E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873" y="2396380"/>
                <a:ext cx="1671740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직선 연결선 2">
            <a:extLst>
              <a:ext uri="{FF2B5EF4-FFF2-40B4-BE49-F238E27FC236}">
                <a16:creationId xmlns:a16="http://schemas.microsoft.com/office/drawing/2014/main" id="{D2DA381B-DA15-F9B0-AD2B-0342A2909E8C}"/>
              </a:ext>
            </a:extLst>
          </p:cNvPr>
          <p:cNvCxnSpPr>
            <a:cxnSpLocks/>
          </p:cNvCxnSpPr>
          <p:nvPr/>
        </p:nvCxnSpPr>
        <p:spPr>
          <a:xfrm flipV="1">
            <a:off x="3432037" y="4108817"/>
            <a:ext cx="1176749" cy="1379192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08FAF5-6CE2-25BB-7CE2-F4D1BDC15D48}"/>
                  </a:ext>
                </a:extLst>
              </p:cNvPr>
              <p:cNvSpPr txBox="1"/>
              <p:nvPr/>
            </p:nvSpPr>
            <p:spPr>
              <a:xfrm>
                <a:off x="2778982" y="5488010"/>
                <a:ext cx="18263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≤−1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08FAF5-6CE2-25BB-7CE2-F4D1BDC15D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8982" y="5488010"/>
                <a:ext cx="1826334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연결선 2">
            <a:extLst>
              <a:ext uri="{FF2B5EF4-FFF2-40B4-BE49-F238E27FC236}">
                <a16:creationId xmlns:a16="http://schemas.microsoft.com/office/drawing/2014/main" id="{29F50A02-D715-5A6E-AE7C-E9DFAF9954D8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6882209" y="2550269"/>
            <a:ext cx="2010664" cy="642861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7D1234-C6C8-14F6-38C5-DBB028B399FF}"/>
                  </a:ext>
                </a:extLst>
              </p:cNvPr>
              <p:cNvSpPr txBox="1"/>
              <p:nvPr/>
            </p:nvSpPr>
            <p:spPr>
              <a:xfrm>
                <a:off x="7392719" y="4269473"/>
                <a:ext cx="16402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67D1234-C6C8-14F6-38C5-DBB028B39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719" y="4269473"/>
                <a:ext cx="1640257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F0290C-CCED-C177-78C3-356B70431259}"/>
                  </a:ext>
                </a:extLst>
              </p:cNvPr>
              <p:cNvSpPr txBox="1"/>
              <p:nvPr/>
            </p:nvSpPr>
            <p:spPr>
              <a:xfrm>
                <a:off x="4749883" y="4481880"/>
                <a:ext cx="17749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2F0290C-CCED-C177-78C3-356B704312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883" y="4481880"/>
                <a:ext cx="1774908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C5063C-3B88-2793-1E89-88D3A21DC223}"/>
                  </a:ext>
                </a:extLst>
              </p:cNvPr>
              <p:cNvSpPr txBox="1"/>
              <p:nvPr/>
            </p:nvSpPr>
            <p:spPr>
              <a:xfrm>
                <a:off x="7077458" y="5283620"/>
                <a:ext cx="164025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6C5063C-3B88-2793-1E89-88D3A21DC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7458" y="5283620"/>
                <a:ext cx="164025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05073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F014B0F-2742-1119-AF37-82A102624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2C9933CF-BABF-FB7E-5AE0-F45BC1F95F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선형 회귀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SVM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잘못 분류하는 경우가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많아짐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8E97E16-248C-2CAE-4F7D-FC93AE1B701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4CFA08C-4E8C-793A-8BC0-68CC5537B512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4BEA64DD-C9CF-5976-5639-3123850A588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9080C3B-6962-FF1C-2CBB-1F961D0DD638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단순한 결정 경계의 한계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9" name="Picture 2">
            <a:extLst>
              <a:ext uri="{FF2B5EF4-FFF2-40B4-BE49-F238E27FC236}">
                <a16:creationId xmlns:a16="http://schemas.microsoft.com/office/drawing/2014/main" id="{CD2575E8-9C8F-18B6-B9D2-3407FDD19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591" y="1462088"/>
            <a:ext cx="51720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곱하기 기호 3">
            <a:extLst>
              <a:ext uri="{FF2B5EF4-FFF2-40B4-BE49-F238E27FC236}">
                <a16:creationId xmlns:a16="http://schemas.microsoft.com/office/drawing/2014/main" id="{B35EA931-FD61-4946-3D36-A000EA1F1354}"/>
              </a:ext>
            </a:extLst>
          </p:cNvPr>
          <p:cNvSpPr/>
          <p:nvPr/>
        </p:nvSpPr>
        <p:spPr>
          <a:xfrm>
            <a:off x="9498925" y="2492786"/>
            <a:ext cx="398027" cy="436508"/>
          </a:xfrm>
          <a:prstGeom prst="mathMultiply">
            <a:avLst>
              <a:gd name="adj1" fmla="val 215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4">
            <a:extLst>
              <a:ext uri="{FF2B5EF4-FFF2-40B4-BE49-F238E27FC236}">
                <a16:creationId xmlns:a16="http://schemas.microsoft.com/office/drawing/2014/main" id="{0F1413E6-4632-702A-4CC7-072BD1A53D2B}"/>
              </a:ext>
            </a:extLst>
          </p:cNvPr>
          <p:cNvCxnSpPr/>
          <p:nvPr/>
        </p:nvCxnSpPr>
        <p:spPr>
          <a:xfrm>
            <a:off x="8022674" y="1062892"/>
            <a:ext cx="2094523" cy="4407877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곱하기 기호 6">
            <a:extLst>
              <a:ext uri="{FF2B5EF4-FFF2-40B4-BE49-F238E27FC236}">
                <a16:creationId xmlns:a16="http://schemas.microsoft.com/office/drawing/2014/main" id="{8FD4061A-2378-5F5E-1103-C3F549CC9118}"/>
              </a:ext>
            </a:extLst>
          </p:cNvPr>
          <p:cNvSpPr/>
          <p:nvPr/>
        </p:nvSpPr>
        <p:spPr>
          <a:xfrm>
            <a:off x="10767479" y="2257611"/>
            <a:ext cx="398027" cy="436508"/>
          </a:xfrm>
          <a:prstGeom prst="mathMultiply">
            <a:avLst>
              <a:gd name="adj1" fmla="val 215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곱하기 기호 7">
            <a:extLst>
              <a:ext uri="{FF2B5EF4-FFF2-40B4-BE49-F238E27FC236}">
                <a16:creationId xmlns:a16="http://schemas.microsoft.com/office/drawing/2014/main" id="{DF06D994-D100-1601-C2F3-51C1AAB740DC}"/>
              </a:ext>
            </a:extLst>
          </p:cNvPr>
          <p:cNvSpPr/>
          <p:nvPr/>
        </p:nvSpPr>
        <p:spPr>
          <a:xfrm>
            <a:off x="7604829" y="2056278"/>
            <a:ext cx="398027" cy="436508"/>
          </a:xfrm>
          <a:prstGeom prst="mathMultiply">
            <a:avLst>
              <a:gd name="adj1" fmla="val 215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5511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955706F2-1044-03C9-6EFB-2B9032DD3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79A9EA81-B841-7280-9CA9-60F86E15BF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비선형 결정 경계 필요함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=&gt;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MLP (Multi-Layer Perceptron)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4B3E681-E925-F015-5F6A-894127D2A8F2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DC998B8-BF41-A69A-2976-A1BBD9EC4C2E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A50EDCC7-1343-748E-B735-D8FCA3A0ED45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856434B-2B73-94AC-BEA4-610D519F2CE3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단순한 결정 경계의 한계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DD219B3-9568-03C9-DC7B-85580014D980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2AE6DA90-1396-1B13-F380-FAB7124BA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591" y="1462088"/>
            <a:ext cx="5172075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곱하기 기호 3">
            <a:extLst>
              <a:ext uri="{FF2B5EF4-FFF2-40B4-BE49-F238E27FC236}">
                <a16:creationId xmlns:a16="http://schemas.microsoft.com/office/drawing/2014/main" id="{BD8DAF0D-35FF-3111-41EA-56020BF7AEF5}"/>
              </a:ext>
            </a:extLst>
          </p:cNvPr>
          <p:cNvSpPr/>
          <p:nvPr/>
        </p:nvSpPr>
        <p:spPr>
          <a:xfrm>
            <a:off x="9498925" y="2492786"/>
            <a:ext cx="398027" cy="436508"/>
          </a:xfrm>
          <a:prstGeom prst="mathMultiply">
            <a:avLst>
              <a:gd name="adj1" fmla="val 215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곱하기 기호 6">
            <a:extLst>
              <a:ext uri="{FF2B5EF4-FFF2-40B4-BE49-F238E27FC236}">
                <a16:creationId xmlns:a16="http://schemas.microsoft.com/office/drawing/2014/main" id="{A3FA31CF-C793-8828-BF9D-9AE12F906B5B}"/>
              </a:ext>
            </a:extLst>
          </p:cNvPr>
          <p:cNvSpPr/>
          <p:nvPr/>
        </p:nvSpPr>
        <p:spPr>
          <a:xfrm>
            <a:off x="10767479" y="2257611"/>
            <a:ext cx="398027" cy="436508"/>
          </a:xfrm>
          <a:prstGeom prst="mathMultiply">
            <a:avLst>
              <a:gd name="adj1" fmla="val 215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곱하기 기호 7">
            <a:extLst>
              <a:ext uri="{FF2B5EF4-FFF2-40B4-BE49-F238E27FC236}">
                <a16:creationId xmlns:a16="http://schemas.microsoft.com/office/drawing/2014/main" id="{3E064E09-D75E-B638-4605-0A327EB4AD42}"/>
              </a:ext>
            </a:extLst>
          </p:cNvPr>
          <p:cNvSpPr/>
          <p:nvPr/>
        </p:nvSpPr>
        <p:spPr>
          <a:xfrm>
            <a:off x="7604829" y="2056278"/>
            <a:ext cx="398027" cy="436508"/>
          </a:xfrm>
          <a:prstGeom prst="mathMultiply">
            <a:avLst>
              <a:gd name="adj1" fmla="val 2152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27300C19-3AFF-D617-6502-78BBE52FB99E}"/>
                  </a:ext>
                </a:extLst>
              </p14:cNvPr>
              <p14:cNvContentPartPr/>
              <p14:nvPr/>
            </p14:nvContentPartPr>
            <p14:xfrm>
              <a:off x="7539757" y="1993299"/>
              <a:ext cx="4035600" cy="11415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27300C19-3AFF-D617-6502-78BBE52FB9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3637" y="1987179"/>
                <a:ext cx="4047840" cy="115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1340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96FDA9D-EECB-932B-7E8D-9F933588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3954C230-0542-9010-1BBE-E685E37E6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Neuron</a:t>
            </a:r>
          </a:p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0DBF9FD-4505-F884-BB27-74ABB5547B0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F408134-1EE1-4A12-127A-FE5D7165A01D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85048CD5-0476-F010-11B4-DE51B2C367A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2B6C13C-5832-07CB-4513-06F2CDD7D383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신경세포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, </a:t>
              </a:r>
              <a:r>
                <a:rPr lang="ko-KR" altLang="en-US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퍼셉트론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827DD29-2753-E96E-6B99-412C6A379B50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Picture 2" descr="와글와글 소란스러운 아이의 머릿속 교통정리">
            <a:extLst>
              <a:ext uri="{FF2B5EF4-FFF2-40B4-BE49-F238E27FC236}">
                <a16:creationId xmlns:a16="http://schemas.microsoft.com/office/drawing/2014/main" id="{8C47F836-C89D-C30E-863D-A6B59151D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39" y="2707006"/>
            <a:ext cx="58293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2B35B7B-A5C2-4B2E-BF31-36BA4729D7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89" y="2610753"/>
            <a:ext cx="5184072" cy="29136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962FE4-5723-C47D-2528-87729BC653F5}"/>
              </a:ext>
            </a:extLst>
          </p:cNvPr>
          <p:cNvSpPr txBox="1"/>
          <p:nvPr/>
        </p:nvSpPr>
        <p:spPr>
          <a:xfrm>
            <a:off x="1047340" y="5427639"/>
            <a:ext cx="4292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3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신경세포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B59EA4-9663-9494-1B51-CE7E4673EB8A}"/>
              </a:ext>
            </a:extLst>
          </p:cNvPr>
          <p:cNvSpPr txBox="1"/>
          <p:nvPr/>
        </p:nvSpPr>
        <p:spPr>
          <a:xfrm>
            <a:off x="7296303" y="5427639"/>
            <a:ext cx="4292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32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</a:t>
            </a:r>
            <a:endParaRPr kumimoji="1" lang="ko-KR" altLang="en-US" sz="3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80155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47216E4F-F555-5A4D-6B9D-2DB94809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1F45604F-01CA-6392-7C7E-A5F641316062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Char char="•"/>
                </a:pP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Percentron: Single-Layer Neural Network</a:t>
                </a:r>
              </a:p>
              <a:p>
                <a:pPr marL="685800" lvl="1" indent="-228600">
                  <a:lnSpc>
                    <a:spcPct val="130000"/>
                  </a:lnSpc>
                  <a:spcBef>
                    <a:spcPts val="0"/>
                  </a:spcBef>
                  <a:buSzPts val="2000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입력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2000" b="1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𝒙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=[</m:t>
                    </m:r>
                    <m:sSub>
                      <m:sSubPr>
                        <m:ctrlP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</m:t>
                        </m:r>
                      </m:sub>
                    </m:sSub>
                    <m:r>
                      <a:rPr lang="ar-AE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2</m:t>
                        </m:r>
                      </m:sub>
                    </m:sSub>
                    <m:r>
                      <a:rPr lang="ar-AE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,⋯,</m:t>
                    </m:r>
                    <m:sSub>
                      <m:sSubPr>
                        <m:ctrlP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𝑑</m:t>
                        </m:r>
                      </m:sub>
                    </m:sSub>
                    <m:r>
                      <a:rPr lang="ar-AE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]</m:t>
                    </m:r>
                  </m:oMath>
                </a14:m>
                <a:endParaRPr lang="ar-AE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685800" lvl="1" indent="-228600">
                  <a:lnSpc>
                    <a:spcPct val="130000"/>
                  </a:lnSpc>
                  <a:spcBef>
                    <a:spcPts val="0"/>
                  </a:spcBef>
                  <a:buSzPts val="2000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결과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20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</m:oMath>
                </a14:m>
                <a:endParaRPr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685800" lvl="1" indent="-228600">
                  <a:lnSpc>
                    <a:spcPct val="130000"/>
                  </a:lnSpc>
                  <a:spcBef>
                    <a:spcPts val="0"/>
                  </a:spcBef>
                  <a:buSzPts val="2000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모델 가중치 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파라미터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 </a:t>
                </a:r>
                <a14:m>
                  <m:oMath xmlns:m="http://schemas.openxmlformats.org/officeDocument/2006/math">
                    <m:r>
                      <a:rPr lang="ko-KR" altLang="en-US" sz="2000" b="1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𝒘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=[</m:t>
                    </m:r>
                    <m:sSub>
                      <m:sSubPr>
                        <m:ctrlP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𝑤</m:t>
                        </m:r>
                      </m:e>
                      <m:sub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1</m:t>
                        </m:r>
                      </m:sub>
                    </m:sSub>
                    <m:r>
                      <a:rPr lang="ar-AE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𝑤</m:t>
                        </m:r>
                      </m:e>
                      <m:sub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2</m:t>
                        </m:r>
                      </m:sub>
                    </m:sSub>
                    <m:r>
                      <a:rPr lang="ar-AE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,⋯, </m:t>
                    </m:r>
                    <m:sSub>
                      <m:sSubPr>
                        <m:ctrlP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𝑤</m:t>
                        </m:r>
                      </m:e>
                      <m:sub>
                        <m:r>
                          <a:rPr lang="ar-AE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𝑑</m:t>
                        </m:r>
                      </m:sub>
                    </m:sSub>
                    <m:r>
                      <a:rPr lang="ar-AE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]</m:t>
                    </m:r>
                  </m:oMath>
                </a14:m>
                <a:endParaRPr lang="ar-AE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685800" lvl="1" indent="-228600">
                  <a:lnSpc>
                    <a:spcPct val="130000"/>
                  </a:lnSpc>
                  <a:spcBef>
                    <a:spcPts val="0"/>
                  </a:spcBef>
                  <a:buSzPts val="2000"/>
                </a:pPr>
                <a14:m>
                  <m:oMath xmlns:m="http://schemas.openxmlformats.org/officeDocument/2006/math">
                    <m:r>
                      <a:rPr lang="ar-AE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𝑓</m:t>
                    </m:r>
                  </m:oMath>
                </a14:m>
                <a:r>
                  <a:rPr lang="ar-AE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 </a:t>
                </a: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활성화 함수</a:t>
                </a: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1F45604F-01CA-6392-7C7E-A5F64131606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D9349FF-BC30-C94F-A5E2-B59519BC0CE4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4B6AD36-5E79-3212-D384-44FE53EE2D63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11C39CF6-FC5B-3F5E-146C-7FE29985D38E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BEE6C9AF-3577-BCDD-186A-21D8E5F02563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퍼셉트론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885100-708D-1EC4-E862-D98AC3EFFF03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00F048-34FD-B6EB-26AC-44FF55A209CF}"/>
                  </a:ext>
                </a:extLst>
              </p:cNvPr>
              <p:cNvSpPr txBox="1"/>
              <p:nvPr/>
            </p:nvSpPr>
            <p:spPr>
              <a:xfrm>
                <a:off x="4001476" y="3564211"/>
                <a:ext cx="3548184" cy="910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𝑓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𝑧</m:t>
                          </m:r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𝑓</m:t>
                      </m:r>
                      <m:d>
                        <m:d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20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0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+</m:t>
                          </m:r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ko-KR" altLang="en-US" sz="20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B00F048-34FD-B6EB-26AC-44FF55A20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476" y="3564211"/>
                <a:ext cx="3548184" cy="910699"/>
              </a:xfrm>
              <a:prstGeom prst="rect">
                <a:avLst/>
              </a:prstGeom>
              <a:blipFill>
                <a:blip r:embed="rId4"/>
                <a:stretch>
                  <a:fillRect t="-106849" b="-158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EB13D7D-438F-3C3A-3B7D-DF7C45D67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7898" y="4474910"/>
            <a:ext cx="5117856" cy="2320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456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DCE126A-D62B-A1B3-5699-DAAE6DB11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20D98445-5DE1-224C-C981-4079043F25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198FFF3-7FA2-4314-7BB7-E65C7D64BDC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4BB9C81-77BA-B2AD-6D50-C13C472DE799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25AE9FDB-83D8-70FA-E551-649F754D2BD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25398672-2F98-2714-D9FA-B7ED1850773C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단일 뉴런으로 표현 가능한 결정 경계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9AF7D29-CCF7-68EE-268A-2EF6387A30BD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83ADE32-E0E3-AD2C-5E05-FFE588364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120" y="1543897"/>
            <a:ext cx="5148019" cy="4413616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450A9D4-FB46-A16A-0424-19260A46BE25}"/>
              </a:ext>
            </a:extLst>
          </p:cNvPr>
          <p:cNvSpPr/>
          <p:nvPr/>
        </p:nvSpPr>
        <p:spPr>
          <a:xfrm>
            <a:off x="6304536" y="2144889"/>
            <a:ext cx="1174045" cy="6773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50256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0FDF440-2634-C08B-C3BE-EC30939C8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CB9568E6-F65A-82C6-7990-084944AF4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5ED4D8F-2A8F-03C9-9598-98FC1F489FB1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656BD61-FCEF-34A1-EF0C-55BF7F68CA75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0DD5B43-155C-CA5C-E9B1-1A56A49A7F8A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8E513B5B-5854-606E-4F70-A5DF166F3554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뉴런들의 결합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?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BAF6CBD-BAD5-473B-CBAE-13B5FAC50FFA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590261C-710F-6F3B-AB9E-B8873E6A7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842" y="1731240"/>
            <a:ext cx="8842498" cy="403492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7EB648-92C6-EA0A-5A84-F16883966207}"/>
              </a:ext>
            </a:extLst>
          </p:cNvPr>
          <p:cNvSpPr/>
          <p:nvPr/>
        </p:nvSpPr>
        <p:spPr>
          <a:xfrm>
            <a:off x="3736623" y="2449689"/>
            <a:ext cx="530577" cy="587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2B3678-67CD-2D2D-2BA7-8CF7DAC8A4AC}"/>
              </a:ext>
            </a:extLst>
          </p:cNvPr>
          <p:cNvSpPr/>
          <p:nvPr/>
        </p:nvSpPr>
        <p:spPr>
          <a:xfrm>
            <a:off x="3736623" y="4413955"/>
            <a:ext cx="530577" cy="587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349725-E3AD-35F4-8753-C3B26B7AA389}"/>
              </a:ext>
            </a:extLst>
          </p:cNvPr>
          <p:cNvSpPr/>
          <p:nvPr/>
        </p:nvSpPr>
        <p:spPr>
          <a:xfrm>
            <a:off x="5898444" y="3477770"/>
            <a:ext cx="863600" cy="5870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4F4848A-F376-BF6A-E517-86BE63150EF2}"/>
              </a:ext>
            </a:extLst>
          </p:cNvPr>
          <p:cNvSpPr/>
          <p:nvPr/>
        </p:nvSpPr>
        <p:spPr>
          <a:xfrm>
            <a:off x="8596489" y="3138311"/>
            <a:ext cx="2217550" cy="12756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4000" dirty="0">
                <a:solidFill>
                  <a:schemeClr val="tx1"/>
                </a:solidFill>
              </a:rPr>
              <a:t>?</a:t>
            </a:r>
            <a:endParaRPr kumimoji="1" lang="ko-KR" alt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649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2481912-45A8-6463-34CD-539354974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1E2AC25-5C74-8C0E-F7ED-D00C246E01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98FCA14D-18BD-EB3C-6AF5-D3AF914AC9A4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C821C12-4314-36BA-DA35-3392DECC0057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FC615652-D6AF-7982-F4A5-AA4E79786E10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3320968-B0D0-21FE-86C6-054532DA092A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활성화 함수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비선형 함수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CC9B6D8-54A6-CF3D-11FB-D32F4A279633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B74F75-C943-5B12-60AC-7CEDCCA9D567}"/>
                  </a:ext>
                </a:extLst>
              </p:cNvPr>
              <p:cNvSpPr txBox="1"/>
              <p:nvPr/>
            </p:nvSpPr>
            <p:spPr>
              <a:xfrm>
                <a:off x="1471164" y="3259097"/>
                <a:ext cx="4812082" cy="400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𝑧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0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2000" i="1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ko-KR" sz="20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+</m:t>
                    </m:r>
                    <m:r>
                      <a:rPr lang="en-US" altLang="ko-KR" sz="2000" i="1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𝑏</m:t>
                    </m:r>
                  </m:oMath>
                </a14:m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-&gt; </a:t>
                </a:r>
                <a:r>
                  <a:rPr lang="ko-KR" altLang="en-US" sz="2000" b="1" i="1" u="sng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단순 직선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B74F75-C943-5B12-60AC-7CEDCCA9D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164" y="3259097"/>
                <a:ext cx="4812082" cy="400302"/>
              </a:xfrm>
              <a:prstGeom prst="rect">
                <a:avLst/>
              </a:prstGeom>
              <a:blipFill>
                <a:blip r:embed="rId3"/>
                <a:stretch>
                  <a:fillRect t="-115625" b="-181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A226AC-F20A-A343-D025-D70978012F61}"/>
                  </a:ext>
                </a:extLst>
              </p:cNvPr>
              <p:cNvSpPr txBox="1"/>
              <p:nvPr/>
            </p:nvSpPr>
            <p:spPr>
              <a:xfrm>
                <a:off x="1471163" y="4064843"/>
                <a:ext cx="4812083" cy="400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𝑧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𝑓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</m:sub>
                          <m:sup/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𝑏</m:t>
                        </m:r>
                      </m:e>
                    </m:d>
                  </m:oMath>
                </a14:m>
                <a:r>
                  <a:rPr lang="ko-KR" altLang="en-US" sz="20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0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-&gt; </a:t>
                </a:r>
                <a:r>
                  <a:rPr lang="ko-KR" altLang="en-US" sz="2000" b="1" i="1" u="sng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곡선 형태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EA226AC-F20A-A343-D025-D70978012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163" y="4064843"/>
                <a:ext cx="4812083" cy="400302"/>
              </a:xfrm>
              <a:prstGeom prst="rect">
                <a:avLst/>
              </a:prstGeom>
              <a:blipFill>
                <a:blip r:embed="rId4"/>
                <a:stretch>
                  <a:fillRect t="-118750" b="-1781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2" descr="Sigmoid 함수 미분 정리">
            <a:extLst>
              <a:ext uri="{FF2B5EF4-FFF2-40B4-BE49-F238E27FC236}">
                <a16:creationId xmlns:a16="http://schemas.microsoft.com/office/drawing/2014/main" id="{6E01D596-95E2-A485-1D16-B21C51510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2262" y="3166991"/>
            <a:ext cx="4642340" cy="163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5383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D088237-FD66-6F39-9759-1E0EF7FAE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E1DA925D-B1CC-7594-A917-5262FBA413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28600">
              <a:lnSpc>
                <a:spcPct val="130000"/>
              </a:lnSpc>
              <a:spcBef>
                <a:spcPts val="0"/>
              </a:spcBef>
              <a:buSzPts val="2000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활성화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함수를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추가하니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아래와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같은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보다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복잡한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결정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경계를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얻을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수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있음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7C2400A-D71B-CD5D-5851-397C8FE54A0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29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1003C61-02E0-5F7A-7E0E-F3FBCA578A0A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3BCD18CA-AF25-0E97-231C-6F2785532120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89839ADD-0991-8E82-CA34-8E0B1BF31F3B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활성화 함수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(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비선형 함수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)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0E457FB-9BFF-A782-EBD3-492F36CFA7D5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B8B515-8409-DD15-0515-F8C3D3FB3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592" y="2316963"/>
            <a:ext cx="8606815" cy="381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40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AC74336-8CFE-0B80-6C2C-D6C22BA6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FB864CE0-15C3-0854-769F-BA1D07BDA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퍼셉트론과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활성 함수를 넓고 깊게 연결하면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매우 복잡한 결정 경계 표현 가능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75B16EA-7018-8392-BD20-B57A647F0177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387D73E-0037-BEE0-EB52-6D494B8491C2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E06BCF9D-D902-8A51-5E57-A966E4EA1BA2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778915E3-E27A-2B55-71AD-A9E08CAF58C7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Multi-Layer Perceptron (MLP)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F7208BC-8999-DAA3-9BA6-EEBC7E7FF769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FBB3CEC-7A9E-C505-732D-70F1C6B7B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767" y="2371060"/>
            <a:ext cx="5622181" cy="30977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0627B1-3378-03EC-8E08-2F2D4383AB23}"/>
              </a:ext>
            </a:extLst>
          </p:cNvPr>
          <p:cNvSpPr txBox="1"/>
          <p:nvPr/>
        </p:nvSpPr>
        <p:spPr>
          <a:xfrm>
            <a:off x="2427111" y="5314946"/>
            <a:ext cx="1749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Input Layer</a:t>
            </a:r>
            <a:endParaRPr kumimoji="1" lang="ko-KR" altLang="en-US" sz="200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D9C64-E787-67CE-516D-1CFEE6F6070F}"/>
              </a:ext>
            </a:extLst>
          </p:cNvPr>
          <p:cNvSpPr txBox="1"/>
          <p:nvPr/>
        </p:nvSpPr>
        <p:spPr>
          <a:xfrm>
            <a:off x="5679968" y="5497607"/>
            <a:ext cx="1749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Hidden Layer</a:t>
            </a:r>
            <a:endParaRPr kumimoji="1" lang="ko-KR" altLang="en-US" sz="2000" dirty="0">
              <a:solidFill>
                <a:schemeClr val="accent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05F4E-A957-B91F-A115-1754AF0F7000}"/>
              </a:ext>
            </a:extLst>
          </p:cNvPr>
          <p:cNvSpPr txBox="1"/>
          <p:nvPr/>
        </p:nvSpPr>
        <p:spPr>
          <a:xfrm>
            <a:off x="8801151" y="4868670"/>
            <a:ext cx="1749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000" dirty="0">
                <a:solidFill>
                  <a:srgbClr val="7030A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Output Layer</a:t>
            </a:r>
            <a:endParaRPr kumimoji="1" lang="ko-KR" altLang="en-US" sz="2000" dirty="0">
              <a:solidFill>
                <a:srgbClr val="7030A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68204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C437940-79BC-1DEC-E7BB-D0040807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3F92F7B-C42C-BF39-6CC3-ED1766724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541248F-85FB-CA08-62FC-DB357DBB430F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31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9519C6A-9C62-4DF8-056D-D0CEA53E6200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9DD4BB39-5C73-2CC4-3855-79FC5271E3CA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2B970768-4F99-8068-E7A6-7B44FDA0604F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Multi-Layer Perceptron (MLP)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947E125-4E02-B0C9-96F9-3E7E7C89F6D4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8E4800C-EDFB-2173-CFBA-8B0BCB0A2469}"/>
              </a:ext>
            </a:extLst>
          </p:cNvPr>
          <p:cNvGrpSpPr/>
          <p:nvPr/>
        </p:nvGrpSpPr>
        <p:grpSpPr>
          <a:xfrm>
            <a:off x="2717799" y="1536893"/>
            <a:ext cx="6535617" cy="3952794"/>
            <a:chOff x="2717799" y="1536893"/>
            <a:chExt cx="6535617" cy="395279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923D350-0A3D-561F-9E7E-ACFE07BEBD08}"/>
                </a:ext>
              </a:extLst>
            </p:cNvPr>
            <p:cNvSpPr/>
            <p:nvPr/>
          </p:nvSpPr>
          <p:spPr>
            <a:xfrm>
              <a:off x="5525473" y="176409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52C3C282-FFA1-E786-8F3E-DAFFA058F96B}"/>
                </a:ext>
              </a:extLst>
            </p:cNvPr>
            <p:cNvSpPr/>
            <p:nvPr/>
          </p:nvSpPr>
          <p:spPr>
            <a:xfrm>
              <a:off x="6033477" y="153689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99AF4AD6-FD38-C04A-0263-F6A8A8AEBB8D}"/>
                </a:ext>
              </a:extLst>
            </p:cNvPr>
            <p:cNvSpPr/>
            <p:nvPr/>
          </p:nvSpPr>
          <p:spPr>
            <a:xfrm>
              <a:off x="6080370" y="203199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A35EF032-6A09-7F1E-1A62-2169904778B3}"/>
                </a:ext>
              </a:extLst>
            </p:cNvPr>
            <p:cNvSpPr/>
            <p:nvPr/>
          </p:nvSpPr>
          <p:spPr>
            <a:xfrm>
              <a:off x="5775568" y="243605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F0AE9731-2F3E-D536-1614-E083C23B6704}"/>
                </a:ext>
              </a:extLst>
            </p:cNvPr>
            <p:cNvSpPr/>
            <p:nvPr/>
          </p:nvSpPr>
          <p:spPr>
            <a:xfrm>
              <a:off x="6568832" y="1934696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DD92A8E-3555-0466-02FF-F43F5CE5E0F9}"/>
                </a:ext>
              </a:extLst>
            </p:cNvPr>
            <p:cNvSpPr/>
            <p:nvPr/>
          </p:nvSpPr>
          <p:spPr>
            <a:xfrm>
              <a:off x="6813061" y="2806352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DC9B7404-D5CF-8EF8-1273-359165D0785F}"/>
                </a:ext>
              </a:extLst>
            </p:cNvPr>
            <p:cNvSpPr/>
            <p:nvPr/>
          </p:nvSpPr>
          <p:spPr>
            <a:xfrm>
              <a:off x="6983048" y="2231290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7B097B95-5BCA-F575-4C1C-ACCC4ED6BD67}"/>
                </a:ext>
              </a:extLst>
            </p:cNvPr>
            <p:cNvSpPr/>
            <p:nvPr/>
          </p:nvSpPr>
          <p:spPr>
            <a:xfrm>
              <a:off x="6269890" y="398901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D650BB0F-FA6F-E401-F942-9DE05767DC5F}"/>
                </a:ext>
              </a:extLst>
            </p:cNvPr>
            <p:cNvSpPr/>
            <p:nvPr/>
          </p:nvSpPr>
          <p:spPr>
            <a:xfrm>
              <a:off x="6738817" y="352756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DA3922B-8BAA-411F-C31E-5FD2E5605278}"/>
                </a:ext>
              </a:extLst>
            </p:cNvPr>
            <p:cNvSpPr/>
            <p:nvPr/>
          </p:nvSpPr>
          <p:spPr>
            <a:xfrm>
              <a:off x="7604369" y="2500921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0F750C44-0779-9F02-FBA4-3229436CC18A}"/>
                </a:ext>
              </a:extLst>
            </p:cNvPr>
            <p:cNvSpPr/>
            <p:nvPr/>
          </p:nvSpPr>
          <p:spPr>
            <a:xfrm>
              <a:off x="7432430" y="302518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81469C40-297A-C135-9C73-6767468FDE06}"/>
                </a:ext>
              </a:extLst>
            </p:cNvPr>
            <p:cNvSpPr/>
            <p:nvPr/>
          </p:nvSpPr>
          <p:spPr>
            <a:xfrm>
              <a:off x="4168531" y="2574940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3733D5FF-F317-72D5-6191-1FFB9A82C013}"/>
                </a:ext>
              </a:extLst>
            </p:cNvPr>
            <p:cNvSpPr/>
            <p:nvPr/>
          </p:nvSpPr>
          <p:spPr>
            <a:xfrm>
              <a:off x="7569198" y="448423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D864A6D2-6636-24E6-67FB-1B0CB925DC85}"/>
                </a:ext>
              </a:extLst>
            </p:cNvPr>
            <p:cNvSpPr/>
            <p:nvPr/>
          </p:nvSpPr>
          <p:spPr>
            <a:xfrm>
              <a:off x="7842739" y="3199856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5B668E03-90D6-D2EC-D7FE-8A89CD232A0A}"/>
                </a:ext>
              </a:extLst>
            </p:cNvPr>
            <p:cNvSpPr/>
            <p:nvPr/>
          </p:nvSpPr>
          <p:spPr>
            <a:xfrm>
              <a:off x="8247186" y="3794367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D831EB7D-5252-6B76-6226-6DBC090388AA}"/>
                </a:ext>
              </a:extLst>
            </p:cNvPr>
            <p:cNvSpPr/>
            <p:nvPr/>
          </p:nvSpPr>
          <p:spPr>
            <a:xfrm>
              <a:off x="7807568" y="3746394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1159A68D-DAEE-9D3E-E567-CA61EA802F03}"/>
                </a:ext>
              </a:extLst>
            </p:cNvPr>
            <p:cNvSpPr/>
            <p:nvPr/>
          </p:nvSpPr>
          <p:spPr>
            <a:xfrm>
              <a:off x="8061570" y="4347547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784724CA-474D-80C2-8FA2-09F44C67754C}"/>
                </a:ext>
              </a:extLst>
            </p:cNvPr>
            <p:cNvSpPr/>
            <p:nvPr/>
          </p:nvSpPr>
          <p:spPr>
            <a:xfrm>
              <a:off x="8577387" y="443570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122ED3DB-AF3C-6026-9EDB-4FA6DF297E42}"/>
                </a:ext>
              </a:extLst>
            </p:cNvPr>
            <p:cNvSpPr/>
            <p:nvPr/>
          </p:nvSpPr>
          <p:spPr>
            <a:xfrm>
              <a:off x="5208952" y="3021324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D00A585-4B51-8595-1A31-E67262FA19FD}"/>
                </a:ext>
              </a:extLst>
            </p:cNvPr>
            <p:cNvSpPr/>
            <p:nvPr/>
          </p:nvSpPr>
          <p:spPr>
            <a:xfrm>
              <a:off x="8104554" y="2369232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1E3386B7-69B9-6229-EE3D-DBF981DA2379}"/>
                </a:ext>
              </a:extLst>
            </p:cNvPr>
            <p:cNvSpPr/>
            <p:nvPr/>
          </p:nvSpPr>
          <p:spPr>
            <a:xfrm>
              <a:off x="9034585" y="2916851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50BEC686-0D63-4F85-5C85-18F2D10A2919}"/>
                </a:ext>
              </a:extLst>
            </p:cNvPr>
            <p:cNvSpPr/>
            <p:nvPr/>
          </p:nvSpPr>
          <p:spPr>
            <a:xfrm>
              <a:off x="3126155" y="185427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C8093198-6BB1-2B14-032C-6EE459CD1CF9}"/>
                </a:ext>
              </a:extLst>
            </p:cNvPr>
            <p:cNvSpPr/>
            <p:nvPr/>
          </p:nvSpPr>
          <p:spPr>
            <a:xfrm>
              <a:off x="3682025" y="221393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63AC78A0-85C3-95C8-2AD3-BA9709A60672}"/>
                </a:ext>
              </a:extLst>
            </p:cNvPr>
            <p:cNvSpPr/>
            <p:nvPr/>
          </p:nvSpPr>
          <p:spPr>
            <a:xfrm>
              <a:off x="4221282" y="304081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03C6815B-D949-A1AB-E3BE-F0CFD2192685}"/>
                </a:ext>
              </a:extLst>
            </p:cNvPr>
            <p:cNvSpPr/>
            <p:nvPr/>
          </p:nvSpPr>
          <p:spPr>
            <a:xfrm>
              <a:off x="2717799" y="272568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07EB2369-BB6C-B11E-7E78-FA2EFE80A7E9}"/>
                </a:ext>
              </a:extLst>
            </p:cNvPr>
            <p:cNvSpPr/>
            <p:nvPr/>
          </p:nvSpPr>
          <p:spPr>
            <a:xfrm>
              <a:off x="3368432" y="2915767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78A9CD5A-7969-3C13-3ECE-CEEB49DA398E}"/>
                </a:ext>
              </a:extLst>
            </p:cNvPr>
            <p:cNvSpPr/>
            <p:nvPr/>
          </p:nvSpPr>
          <p:spPr>
            <a:xfrm>
              <a:off x="3171090" y="330873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93E02E0-142F-A82C-5D05-B39583BC5150}"/>
                </a:ext>
              </a:extLst>
            </p:cNvPr>
            <p:cNvSpPr/>
            <p:nvPr/>
          </p:nvSpPr>
          <p:spPr>
            <a:xfrm>
              <a:off x="3791441" y="344470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DD0AE3F9-FCC6-25EA-2A94-60851AE9C6E6}"/>
                </a:ext>
              </a:extLst>
            </p:cNvPr>
            <p:cNvSpPr/>
            <p:nvPr/>
          </p:nvSpPr>
          <p:spPr>
            <a:xfrm>
              <a:off x="5861538" y="313923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31EF129F-0F75-248E-5456-4A8E029C87B3}"/>
                </a:ext>
              </a:extLst>
            </p:cNvPr>
            <p:cNvSpPr/>
            <p:nvPr/>
          </p:nvSpPr>
          <p:spPr>
            <a:xfrm>
              <a:off x="4607171" y="463546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D92E9B66-E427-4B37-2296-6A972122E9F2}"/>
                </a:ext>
              </a:extLst>
            </p:cNvPr>
            <p:cNvSpPr/>
            <p:nvPr/>
          </p:nvSpPr>
          <p:spPr>
            <a:xfrm>
              <a:off x="2785208" y="443382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4B09E62B-2EBE-2AFB-EF4A-2B0DBD3828B5}"/>
                </a:ext>
              </a:extLst>
            </p:cNvPr>
            <p:cNvSpPr/>
            <p:nvPr/>
          </p:nvSpPr>
          <p:spPr>
            <a:xfrm>
              <a:off x="4377591" y="404571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B56FE689-1A48-536B-9C23-F32F7F42A283}"/>
                </a:ext>
              </a:extLst>
            </p:cNvPr>
            <p:cNvSpPr/>
            <p:nvPr/>
          </p:nvSpPr>
          <p:spPr>
            <a:xfrm>
              <a:off x="3887177" y="512526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FE53D0D6-0E05-77FF-F7E3-E40489348CC7}"/>
                </a:ext>
              </a:extLst>
            </p:cNvPr>
            <p:cNvSpPr/>
            <p:nvPr/>
          </p:nvSpPr>
          <p:spPr>
            <a:xfrm>
              <a:off x="5244121" y="3684951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42AD09A7-F3E3-F3A0-FC80-4EAE5DD7AAB8}"/>
                </a:ext>
              </a:extLst>
            </p:cNvPr>
            <p:cNvSpPr/>
            <p:nvPr/>
          </p:nvSpPr>
          <p:spPr>
            <a:xfrm>
              <a:off x="3682024" y="426454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E8AF691B-CAFC-C64F-79DA-28B0D70A77C3}"/>
                </a:ext>
              </a:extLst>
            </p:cNvPr>
            <p:cNvSpPr/>
            <p:nvPr/>
          </p:nvSpPr>
          <p:spPr>
            <a:xfrm>
              <a:off x="4387357" y="356290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948FFFF9-D970-01CF-9F26-12E1A5347AD9}"/>
                </a:ext>
              </a:extLst>
            </p:cNvPr>
            <p:cNvSpPr/>
            <p:nvPr/>
          </p:nvSpPr>
          <p:spPr>
            <a:xfrm>
              <a:off x="5412155" y="414027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C3A6C706-8E44-0F87-7571-D067A8A002E5}"/>
                </a:ext>
              </a:extLst>
            </p:cNvPr>
            <p:cNvSpPr/>
            <p:nvPr/>
          </p:nvSpPr>
          <p:spPr>
            <a:xfrm>
              <a:off x="5763847" y="426454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B7BB7579-334A-7524-8A58-265633B34396}"/>
                </a:ext>
              </a:extLst>
            </p:cNvPr>
            <p:cNvSpPr/>
            <p:nvPr/>
          </p:nvSpPr>
          <p:spPr>
            <a:xfrm>
              <a:off x="5353537" y="479623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680EEB4E-C886-4C67-8D90-8806310AFB40}"/>
                </a:ext>
              </a:extLst>
            </p:cNvPr>
            <p:cNvSpPr/>
            <p:nvPr/>
          </p:nvSpPr>
          <p:spPr>
            <a:xfrm>
              <a:off x="5509839" y="527085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AE44E35E-CF36-4810-4C39-2EDA81CEF68A}"/>
                </a:ext>
              </a:extLst>
            </p:cNvPr>
            <p:cNvSpPr/>
            <p:nvPr/>
          </p:nvSpPr>
          <p:spPr>
            <a:xfrm>
              <a:off x="6998675" y="4203200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4EDF5E63-647C-FE0F-1272-66D859946B1F}"/>
                </a:ext>
              </a:extLst>
            </p:cNvPr>
            <p:cNvSpPr/>
            <p:nvPr/>
          </p:nvSpPr>
          <p:spPr>
            <a:xfrm>
              <a:off x="6033477" y="479717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14DCAE00-4735-793E-D7AF-F8EF056B02C7}"/>
                </a:ext>
              </a:extLst>
            </p:cNvPr>
            <p:cNvSpPr/>
            <p:nvPr/>
          </p:nvSpPr>
          <p:spPr>
            <a:xfrm>
              <a:off x="6594230" y="5097670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5272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AE766FFD-EDBF-12C6-F50B-32EB5EB39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8633426-E7D7-DBFD-FAAF-5B97025A8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3D34F60-E1AF-24FC-4B55-501FCA859ECC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1FD2BB8-448A-B996-2EA8-8F05C4C54205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4B33A7C8-6EDD-182F-F165-C60AD4AE7B22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432CD021-9EC2-53E0-390D-F21995546C18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Multi-Layer Perceptron (MLP)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7AD9572-2D8E-2C89-C793-E3AA600F3015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2A48290-D868-D6EE-C180-723F8F26BBAD}"/>
              </a:ext>
            </a:extLst>
          </p:cNvPr>
          <p:cNvGrpSpPr/>
          <p:nvPr/>
        </p:nvGrpSpPr>
        <p:grpSpPr>
          <a:xfrm>
            <a:off x="2717799" y="1536893"/>
            <a:ext cx="6535617" cy="3952794"/>
            <a:chOff x="2717799" y="1536893"/>
            <a:chExt cx="6535617" cy="395279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CDA2D0B-7B94-EDA0-1561-5CCE5FB427D5}"/>
                </a:ext>
              </a:extLst>
            </p:cNvPr>
            <p:cNvSpPr/>
            <p:nvPr/>
          </p:nvSpPr>
          <p:spPr>
            <a:xfrm>
              <a:off x="5525473" y="176409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BBFF204-0389-3FB1-061F-CA953DEEB164}"/>
                </a:ext>
              </a:extLst>
            </p:cNvPr>
            <p:cNvSpPr/>
            <p:nvPr/>
          </p:nvSpPr>
          <p:spPr>
            <a:xfrm>
              <a:off x="6033477" y="153689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E3B12661-6083-BAB5-71BA-3A52BEE6608F}"/>
                </a:ext>
              </a:extLst>
            </p:cNvPr>
            <p:cNvSpPr/>
            <p:nvPr/>
          </p:nvSpPr>
          <p:spPr>
            <a:xfrm>
              <a:off x="6080370" y="203199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8A1724A4-EDC3-54F8-C83E-B26AB9F4DE58}"/>
                </a:ext>
              </a:extLst>
            </p:cNvPr>
            <p:cNvSpPr/>
            <p:nvPr/>
          </p:nvSpPr>
          <p:spPr>
            <a:xfrm>
              <a:off x="5775568" y="243605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B9D6FE6E-47B7-67CA-20B2-855AC3B14C5D}"/>
                </a:ext>
              </a:extLst>
            </p:cNvPr>
            <p:cNvSpPr/>
            <p:nvPr/>
          </p:nvSpPr>
          <p:spPr>
            <a:xfrm>
              <a:off x="6568832" y="1934696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A48DF15-4284-3E32-DC18-699A42BB64D1}"/>
                </a:ext>
              </a:extLst>
            </p:cNvPr>
            <p:cNvSpPr/>
            <p:nvPr/>
          </p:nvSpPr>
          <p:spPr>
            <a:xfrm>
              <a:off x="6813061" y="2806352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4EDDF86F-3F9E-E5F0-694A-E4EC7502C446}"/>
                </a:ext>
              </a:extLst>
            </p:cNvPr>
            <p:cNvSpPr/>
            <p:nvPr/>
          </p:nvSpPr>
          <p:spPr>
            <a:xfrm>
              <a:off x="6983048" y="2231290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97207A48-7FF1-A0F7-FCBC-282A854CBEB1}"/>
                </a:ext>
              </a:extLst>
            </p:cNvPr>
            <p:cNvSpPr/>
            <p:nvPr/>
          </p:nvSpPr>
          <p:spPr>
            <a:xfrm>
              <a:off x="6269890" y="398901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373A970-BBEA-780B-7BD8-A99D85952CC2}"/>
                </a:ext>
              </a:extLst>
            </p:cNvPr>
            <p:cNvSpPr/>
            <p:nvPr/>
          </p:nvSpPr>
          <p:spPr>
            <a:xfrm>
              <a:off x="6738817" y="352756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C2E469C-9737-EDCD-1383-9C448D9FDB63}"/>
                </a:ext>
              </a:extLst>
            </p:cNvPr>
            <p:cNvSpPr/>
            <p:nvPr/>
          </p:nvSpPr>
          <p:spPr>
            <a:xfrm>
              <a:off x="7604369" y="2500921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767F499-56BE-BDDA-1B2F-1EDF2D8E2B13}"/>
                </a:ext>
              </a:extLst>
            </p:cNvPr>
            <p:cNvSpPr/>
            <p:nvPr/>
          </p:nvSpPr>
          <p:spPr>
            <a:xfrm>
              <a:off x="7432430" y="302518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371F128-15DA-817B-31DE-CA50E455796A}"/>
                </a:ext>
              </a:extLst>
            </p:cNvPr>
            <p:cNvSpPr/>
            <p:nvPr/>
          </p:nvSpPr>
          <p:spPr>
            <a:xfrm>
              <a:off x="4168531" y="2574940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77A6333-62E7-B638-65C8-51E07D3A347F}"/>
                </a:ext>
              </a:extLst>
            </p:cNvPr>
            <p:cNvSpPr/>
            <p:nvPr/>
          </p:nvSpPr>
          <p:spPr>
            <a:xfrm>
              <a:off x="7569198" y="448423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1E2A62B-D0E6-174C-D5F0-5E671D613E0C}"/>
                </a:ext>
              </a:extLst>
            </p:cNvPr>
            <p:cNvSpPr/>
            <p:nvPr/>
          </p:nvSpPr>
          <p:spPr>
            <a:xfrm>
              <a:off x="7842739" y="3199856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90506AB-4DD1-2A67-3773-A121BB54517D}"/>
                </a:ext>
              </a:extLst>
            </p:cNvPr>
            <p:cNvSpPr/>
            <p:nvPr/>
          </p:nvSpPr>
          <p:spPr>
            <a:xfrm>
              <a:off x="8247186" y="3794367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42AB50E-0685-49ED-2CD2-2EF3F01B0883}"/>
                </a:ext>
              </a:extLst>
            </p:cNvPr>
            <p:cNvSpPr/>
            <p:nvPr/>
          </p:nvSpPr>
          <p:spPr>
            <a:xfrm>
              <a:off x="7807568" y="3746394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AFCCA9BF-FD11-5E57-2D29-29808F961CE2}"/>
                </a:ext>
              </a:extLst>
            </p:cNvPr>
            <p:cNvSpPr/>
            <p:nvPr/>
          </p:nvSpPr>
          <p:spPr>
            <a:xfrm>
              <a:off x="8061570" y="4347547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4C245E5-8E44-23EC-35E1-F7D1752AEBD8}"/>
                </a:ext>
              </a:extLst>
            </p:cNvPr>
            <p:cNvSpPr/>
            <p:nvPr/>
          </p:nvSpPr>
          <p:spPr>
            <a:xfrm>
              <a:off x="8577387" y="443570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F3FAC35-F87C-DAA5-D125-679F4AF74819}"/>
                </a:ext>
              </a:extLst>
            </p:cNvPr>
            <p:cNvSpPr/>
            <p:nvPr/>
          </p:nvSpPr>
          <p:spPr>
            <a:xfrm>
              <a:off x="5208952" y="3021324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E8E3F96-29CD-0BE0-54A2-2236A055B0BD}"/>
                </a:ext>
              </a:extLst>
            </p:cNvPr>
            <p:cNvSpPr/>
            <p:nvPr/>
          </p:nvSpPr>
          <p:spPr>
            <a:xfrm>
              <a:off x="8104554" y="2369232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0588AF5-ACF2-9435-BF82-F9DEA3B83B67}"/>
                </a:ext>
              </a:extLst>
            </p:cNvPr>
            <p:cNvSpPr/>
            <p:nvPr/>
          </p:nvSpPr>
          <p:spPr>
            <a:xfrm>
              <a:off x="9034585" y="2916851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96C72F59-EDD6-77D6-1B62-B1E111FF6DDA}"/>
                </a:ext>
              </a:extLst>
            </p:cNvPr>
            <p:cNvSpPr/>
            <p:nvPr/>
          </p:nvSpPr>
          <p:spPr>
            <a:xfrm>
              <a:off x="3126155" y="185427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DC32631-E0DA-8C5F-1DBA-F30DB958DA3C}"/>
                </a:ext>
              </a:extLst>
            </p:cNvPr>
            <p:cNvSpPr/>
            <p:nvPr/>
          </p:nvSpPr>
          <p:spPr>
            <a:xfrm>
              <a:off x="3682025" y="221393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46CA853D-2305-2962-CE43-DEECBE9D8BE9}"/>
                </a:ext>
              </a:extLst>
            </p:cNvPr>
            <p:cNvSpPr/>
            <p:nvPr/>
          </p:nvSpPr>
          <p:spPr>
            <a:xfrm>
              <a:off x="4221282" y="304081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B78B59D5-29E7-019E-3BA3-1C654CA869C8}"/>
                </a:ext>
              </a:extLst>
            </p:cNvPr>
            <p:cNvSpPr/>
            <p:nvPr/>
          </p:nvSpPr>
          <p:spPr>
            <a:xfrm>
              <a:off x="2717799" y="272568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64916E17-D64F-B942-1122-186A23F60F82}"/>
                </a:ext>
              </a:extLst>
            </p:cNvPr>
            <p:cNvSpPr/>
            <p:nvPr/>
          </p:nvSpPr>
          <p:spPr>
            <a:xfrm>
              <a:off x="3368432" y="2915767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CF71FA4D-4E84-2FF8-4125-1B276F6FFB63}"/>
                </a:ext>
              </a:extLst>
            </p:cNvPr>
            <p:cNvSpPr/>
            <p:nvPr/>
          </p:nvSpPr>
          <p:spPr>
            <a:xfrm>
              <a:off x="3171090" y="330873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278973D2-52A7-3002-3C23-F6FE8BEB8B5B}"/>
                </a:ext>
              </a:extLst>
            </p:cNvPr>
            <p:cNvSpPr/>
            <p:nvPr/>
          </p:nvSpPr>
          <p:spPr>
            <a:xfrm>
              <a:off x="3791441" y="344470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92B0FD50-CB6C-8756-A694-32DF210EA042}"/>
                </a:ext>
              </a:extLst>
            </p:cNvPr>
            <p:cNvSpPr/>
            <p:nvPr/>
          </p:nvSpPr>
          <p:spPr>
            <a:xfrm>
              <a:off x="5861538" y="313923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46C1BBEF-DCF4-3ECB-4111-E9E11B019A07}"/>
                </a:ext>
              </a:extLst>
            </p:cNvPr>
            <p:cNvSpPr/>
            <p:nvPr/>
          </p:nvSpPr>
          <p:spPr>
            <a:xfrm>
              <a:off x="4607171" y="463546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AEE65962-8C9D-6A2C-BB7B-652837E4811C}"/>
                </a:ext>
              </a:extLst>
            </p:cNvPr>
            <p:cNvSpPr/>
            <p:nvPr/>
          </p:nvSpPr>
          <p:spPr>
            <a:xfrm>
              <a:off x="2785208" y="443382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6B4D133-07F8-C000-F976-70AF7CED44E5}"/>
                </a:ext>
              </a:extLst>
            </p:cNvPr>
            <p:cNvSpPr/>
            <p:nvPr/>
          </p:nvSpPr>
          <p:spPr>
            <a:xfrm>
              <a:off x="4377591" y="404571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B724350-20FC-AAD4-5EE2-FBE3B8B0E465}"/>
                </a:ext>
              </a:extLst>
            </p:cNvPr>
            <p:cNvSpPr/>
            <p:nvPr/>
          </p:nvSpPr>
          <p:spPr>
            <a:xfrm>
              <a:off x="3887177" y="512526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47A96180-F217-13E1-8BAF-788054DFD1C4}"/>
                </a:ext>
              </a:extLst>
            </p:cNvPr>
            <p:cNvSpPr/>
            <p:nvPr/>
          </p:nvSpPr>
          <p:spPr>
            <a:xfrm>
              <a:off x="5244121" y="3684951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C8DB6D2C-583B-9F1C-B950-9F9B432F4243}"/>
                </a:ext>
              </a:extLst>
            </p:cNvPr>
            <p:cNvSpPr/>
            <p:nvPr/>
          </p:nvSpPr>
          <p:spPr>
            <a:xfrm>
              <a:off x="3682024" y="426454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3A050B56-63A1-30A2-F2B1-F2C1A5984EE9}"/>
                </a:ext>
              </a:extLst>
            </p:cNvPr>
            <p:cNvSpPr/>
            <p:nvPr/>
          </p:nvSpPr>
          <p:spPr>
            <a:xfrm>
              <a:off x="4387357" y="356290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4FEA42D-CC91-5924-1D29-A76144204AB6}"/>
                </a:ext>
              </a:extLst>
            </p:cNvPr>
            <p:cNvSpPr/>
            <p:nvPr/>
          </p:nvSpPr>
          <p:spPr>
            <a:xfrm>
              <a:off x="5412155" y="414027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535BD62-9445-749A-F8B6-26E1A2967BB8}"/>
                </a:ext>
              </a:extLst>
            </p:cNvPr>
            <p:cNvSpPr/>
            <p:nvPr/>
          </p:nvSpPr>
          <p:spPr>
            <a:xfrm>
              <a:off x="5763847" y="426454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83701F1-001C-622D-2A13-9AA8106B2636}"/>
                </a:ext>
              </a:extLst>
            </p:cNvPr>
            <p:cNvSpPr/>
            <p:nvPr/>
          </p:nvSpPr>
          <p:spPr>
            <a:xfrm>
              <a:off x="5353537" y="479623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E63D4651-1F88-2C74-2564-77A68DE6F63D}"/>
                </a:ext>
              </a:extLst>
            </p:cNvPr>
            <p:cNvSpPr/>
            <p:nvPr/>
          </p:nvSpPr>
          <p:spPr>
            <a:xfrm>
              <a:off x="5509839" y="527085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A8A42BDC-0075-41A2-3094-1440306E1510}"/>
                </a:ext>
              </a:extLst>
            </p:cNvPr>
            <p:cNvSpPr/>
            <p:nvPr/>
          </p:nvSpPr>
          <p:spPr>
            <a:xfrm>
              <a:off x="6998675" y="4203200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EE7CE963-D0D8-CFF3-611E-6E3E10634D25}"/>
                </a:ext>
              </a:extLst>
            </p:cNvPr>
            <p:cNvSpPr/>
            <p:nvPr/>
          </p:nvSpPr>
          <p:spPr>
            <a:xfrm>
              <a:off x="6033477" y="479717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79968BF3-E280-B820-04EF-566CB5C0A623}"/>
                </a:ext>
              </a:extLst>
            </p:cNvPr>
            <p:cNvSpPr/>
            <p:nvPr/>
          </p:nvSpPr>
          <p:spPr>
            <a:xfrm>
              <a:off x="6594230" y="5097670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48" name="직선 연결선 3">
            <a:extLst>
              <a:ext uri="{FF2B5EF4-FFF2-40B4-BE49-F238E27FC236}">
                <a16:creationId xmlns:a16="http://schemas.microsoft.com/office/drawing/2014/main" id="{0ADCAFE4-0316-36BA-D0D3-4811C6EEC54F}"/>
              </a:ext>
            </a:extLst>
          </p:cNvPr>
          <p:cNvCxnSpPr>
            <a:cxnSpLocks/>
          </p:cNvCxnSpPr>
          <p:nvPr/>
        </p:nvCxnSpPr>
        <p:spPr>
          <a:xfrm>
            <a:off x="4179276" y="1193452"/>
            <a:ext cx="3342051" cy="4845539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DBEC32EE-8C1A-E68F-2EF5-8B64AE9BE4EF}"/>
              </a:ext>
            </a:extLst>
          </p:cNvPr>
          <p:cNvSpPr/>
          <p:nvPr/>
        </p:nvSpPr>
        <p:spPr>
          <a:xfrm>
            <a:off x="4020528" y="2439229"/>
            <a:ext cx="536330" cy="5011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108D7E80-A2F3-E003-1597-83775C09202E}"/>
              </a:ext>
            </a:extLst>
          </p:cNvPr>
          <p:cNvSpPr/>
          <p:nvPr/>
        </p:nvSpPr>
        <p:spPr>
          <a:xfrm>
            <a:off x="5042884" y="2888659"/>
            <a:ext cx="536330" cy="5011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CE3F775B-78AA-F133-9785-3882769C6D95}"/>
              </a:ext>
            </a:extLst>
          </p:cNvPr>
          <p:cNvSpPr/>
          <p:nvPr/>
        </p:nvSpPr>
        <p:spPr>
          <a:xfrm>
            <a:off x="5692529" y="3009069"/>
            <a:ext cx="536330" cy="5011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E6021DC0-7A09-1E71-DD5B-7C603E11829A}"/>
              </a:ext>
            </a:extLst>
          </p:cNvPr>
          <p:cNvSpPr/>
          <p:nvPr/>
        </p:nvSpPr>
        <p:spPr>
          <a:xfrm>
            <a:off x="6812569" y="4094776"/>
            <a:ext cx="536330" cy="5011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6068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EE17EE0-B6D3-162A-D782-0EA7103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7919ADCE-F408-0F68-D0B7-10FC8B296D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E0E1A354-DA15-CFAD-311D-6341E3704EC1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C19D62D-E5B4-F968-5582-E194FFD243D7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B4D643D6-C90C-3641-77AE-6E965CB90F50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63469582-D7D6-A62E-8F15-8580166EF6A4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Multi-Layer Perceptron (MLP)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0286DF6-E2F9-7277-8DBC-930A0374E863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6FCDB4D2-0384-5EC9-FD1E-A782E21593FA}"/>
              </a:ext>
            </a:extLst>
          </p:cNvPr>
          <p:cNvGrpSpPr/>
          <p:nvPr/>
        </p:nvGrpSpPr>
        <p:grpSpPr>
          <a:xfrm>
            <a:off x="2717799" y="1536893"/>
            <a:ext cx="6535617" cy="3952794"/>
            <a:chOff x="2717799" y="1536893"/>
            <a:chExt cx="6535617" cy="3952794"/>
          </a:xfrm>
        </p:grpSpPr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57DD8167-4DB5-8DAA-E728-9EF83B657DDD}"/>
                </a:ext>
              </a:extLst>
            </p:cNvPr>
            <p:cNvSpPr/>
            <p:nvPr/>
          </p:nvSpPr>
          <p:spPr>
            <a:xfrm>
              <a:off x="5525473" y="176409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4A919912-66DE-2579-56F8-B06669992079}"/>
                </a:ext>
              </a:extLst>
            </p:cNvPr>
            <p:cNvSpPr/>
            <p:nvPr/>
          </p:nvSpPr>
          <p:spPr>
            <a:xfrm>
              <a:off x="6033477" y="153689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135E859A-E6F2-B219-25C7-65B842DD6216}"/>
                </a:ext>
              </a:extLst>
            </p:cNvPr>
            <p:cNvSpPr/>
            <p:nvPr/>
          </p:nvSpPr>
          <p:spPr>
            <a:xfrm>
              <a:off x="6080370" y="203199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CF544391-1263-3343-78CE-10DFCAA27EA0}"/>
                </a:ext>
              </a:extLst>
            </p:cNvPr>
            <p:cNvSpPr/>
            <p:nvPr/>
          </p:nvSpPr>
          <p:spPr>
            <a:xfrm>
              <a:off x="5775568" y="243605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2703E4AB-BE29-BA3E-E930-11B26910DC1A}"/>
                </a:ext>
              </a:extLst>
            </p:cNvPr>
            <p:cNvSpPr/>
            <p:nvPr/>
          </p:nvSpPr>
          <p:spPr>
            <a:xfrm>
              <a:off x="6568832" y="1934696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35D5CD4F-D8DC-E82E-7E13-C3AD8E65F4FF}"/>
                </a:ext>
              </a:extLst>
            </p:cNvPr>
            <p:cNvSpPr/>
            <p:nvPr/>
          </p:nvSpPr>
          <p:spPr>
            <a:xfrm>
              <a:off x="6813061" y="2806352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33E64EF0-DBCA-5198-1521-7CFE8C8312D2}"/>
                </a:ext>
              </a:extLst>
            </p:cNvPr>
            <p:cNvSpPr/>
            <p:nvPr/>
          </p:nvSpPr>
          <p:spPr>
            <a:xfrm>
              <a:off x="6983048" y="2231290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D89B29C-1AA9-732E-6D2D-F30B3D225401}"/>
                </a:ext>
              </a:extLst>
            </p:cNvPr>
            <p:cNvSpPr/>
            <p:nvPr/>
          </p:nvSpPr>
          <p:spPr>
            <a:xfrm>
              <a:off x="6269890" y="398901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41285572-C050-AD3A-FF1A-95165AC78521}"/>
                </a:ext>
              </a:extLst>
            </p:cNvPr>
            <p:cNvSpPr/>
            <p:nvPr/>
          </p:nvSpPr>
          <p:spPr>
            <a:xfrm>
              <a:off x="6738817" y="352756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9DE038AF-6FAA-2410-1D14-ABF63A47187A}"/>
                </a:ext>
              </a:extLst>
            </p:cNvPr>
            <p:cNvSpPr/>
            <p:nvPr/>
          </p:nvSpPr>
          <p:spPr>
            <a:xfrm>
              <a:off x="7604369" y="2500921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9F879328-53EA-7635-CDC0-DF38107FDE0E}"/>
                </a:ext>
              </a:extLst>
            </p:cNvPr>
            <p:cNvSpPr/>
            <p:nvPr/>
          </p:nvSpPr>
          <p:spPr>
            <a:xfrm>
              <a:off x="7432430" y="3025183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DB7CF10-3B8F-34F5-00F1-8375AD7A92E6}"/>
                </a:ext>
              </a:extLst>
            </p:cNvPr>
            <p:cNvSpPr/>
            <p:nvPr/>
          </p:nvSpPr>
          <p:spPr>
            <a:xfrm>
              <a:off x="4168531" y="2574940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7A3A8FC8-A72B-15D2-895A-D1925D490A17}"/>
                </a:ext>
              </a:extLst>
            </p:cNvPr>
            <p:cNvSpPr/>
            <p:nvPr/>
          </p:nvSpPr>
          <p:spPr>
            <a:xfrm>
              <a:off x="7569198" y="448423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6FEDB7DC-C17D-71A9-670E-30259305C82A}"/>
                </a:ext>
              </a:extLst>
            </p:cNvPr>
            <p:cNvSpPr/>
            <p:nvPr/>
          </p:nvSpPr>
          <p:spPr>
            <a:xfrm>
              <a:off x="7842739" y="3199856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F0813C7A-0AB8-627A-DB41-6748EDFCFE8F}"/>
                </a:ext>
              </a:extLst>
            </p:cNvPr>
            <p:cNvSpPr/>
            <p:nvPr/>
          </p:nvSpPr>
          <p:spPr>
            <a:xfrm>
              <a:off x="8247186" y="3794367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730390EB-4D8D-E57E-C0A5-C3400D6E0DDA}"/>
                </a:ext>
              </a:extLst>
            </p:cNvPr>
            <p:cNvSpPr/>
            <p:nvPr/>
          </p:nvSpPr>
          <p:spPr>
            <a:xfrm>
              <a:off x="7807568" y="3746394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B58194E0-3803-4A3B-8920-79A0DE2F5DB7}"/>
                </a:ext>
              </a:extLst>
            </p:cNvPr>
            <p:cNvSpPr/>
            <p:nvPr/>
          </p:nvSpPr>
          <p:spPr>
            <a:xfrm>
              <a:off x="8061570" y="4347547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B3BFEA4F-C067-AAD2-ED4A-847755DE75CE}"/>
                </a:ext>
              </a:extLst>
            </p:cNvPr>
            <p:cNvSpPr/>
            <p:nvPr/>
          </p:nvSpPr>
          <p:spPr>
            <a:xfrm>
              <a:off x="8577387" y="4435709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79246A03-2059-3245-F48F-AB67DA2A5BF2}"/>
                </a:ext>
              </a:extLst>
            </p:cNvPr>
            <p:cNvSpPr/>
            <p:nvPr/>
          </p:nvSpPr>
          <p:spPr>
            <a:xfrm>
              <a:off x="5208952" y="3021324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495E8160-B4C5-C22F-93A7-D03DE0416363}"/>
                </a:ext>
              </a:extLst>
            </p:cNvPr>
            <p:cNvSpPr/>
            <p:nvPr/>
          </p:nvSpPr>
          <p:spPr>
            <a:xfrm>
              <a:off x="8104554" y="2369232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D5849A70-D2DE-0C27-1EDE-E33BA3FFDABD}"/>
                </a:ext>
              </a:extLst>
            </p:cNvPr>
            <p:cNvSpPr/>
            <p:nvPr/>
          </p:nvSpPr>
          <p:spPr>
            <a:xfrm>
              <a:off x="9034585" y="2916851"/>
              <a:ext cx="218831" cy="218831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03C09EF0-3E8F-AE8A-E207-597E16BDBB7F}"/>
                </a:ext>
              </a:extLst>
            </p:cNvPr>
            <p:cNvSpPr/>
            <p:nvPr/>
          </p:nvSpPr>
          <p:spPr>
            <a:xfrm>
              <a:off x="3126155" y="185427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57DBF501-0564-71C3-C92F-EB3D63AD5833}"/>
                </a:ext>
              </a:extLst>
            </p:cNvPr>
            <p:cNvSpPr/>
            <p:nvPr/>
          </p:nvSpPr>
          <p:spPr>
            <a:xfrm>
              <a:off x="3682025" y="221393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F41715C3-011B-9ED6-0F92-D5F781B0A0EA}"/>
                </a:ext>
              </a:extLst>
            </p:cNvPr>
            <p:cNvSpPr/>
            <p:nvPr/>
          </p:nvSpPr>
          <p:spPr>
            <a:xfrm>
              <a:off x="4221282" y="304081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AA3223C0-5785-9F3C-CD62-15253685BB64}"/>
                </a:ext>
              </a:extLst>
            </p:cNvPr>
            <p:cNvSpPr/>
            <p:nvPr/>
          </p:nvSpPr>
          <p:spPr>
            <a:xfrm>
              <a:off x="2717799" y="272568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F74C39FA-AF6D-A265-C1B2-3CC67B713F76}"/>
                </a:ext>
              </a:extLst>
            </p:cNvPr>
            <p:cNvSpPr/>
            <p:nvPr/>
          </p:nvSpPr>
          <p:spPr>
            <a:xfrm>
              <a:off x="3368432" y="2915767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8DFCB4FF-60D7-1F5C-0E54-0225A3FB5877}"/>
                </a:ext>
              </a:extLst>
            </p:cNvPr>
            <p:cNvSpPr/>
            <p:nvPr/>
          </p:nvSpPr>
          <p:spPr>
            <a:xfrm>
              <a:off x="3171090" y="330873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4E0A8DA1-A593-EE74-0A19-05674B6A6AC9}"/>
                </a:ext>
              </a:extLst>
            </p:cNvPr>
            <p:cNvSpPr/>
            <p:nvPr/>
          </p:nvSpPr>
          <p:spPr>
            <a:xfrm>
              <a:off x="3791441" y="344470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749D0C24-D463-0A0E-1E74-B46A0C0A9543}"/>
                </a:ext>
              </a:extLst>
            </p:cNvPr>
            <p:cNvSpPr/>
            <p:nvPr/>
          </p:nvSpPr>
          <p:spPr>
            <a:xfrm>
              <a:off x="5861538" y="313923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6CAC11E4-C7F2-52CC-4A6F-F9140976066B}"/>
                </a:ext>
              </a:extLst>
            </p:cNvPr>
            <p:cNvSpPr/>
            <p:nvPr/>
          </p:nvSpPr>
          <p:spPr>
            <a:xfrm>
              <a:off x="4607171" y="463546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E7D3D532-9C79-5484-0470-FAC70C1D10D2}"/>
                </a:ext>
              </a:extLst>
            </p:cNvPr>
            <p:cNvSpPr/>
            <p:nvPr/>
          </p:nvSpPr>
          <p:spPr>
            <a:xfrm>
              <a:off x="2785208" y="4433829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505C76B2-34B7-B21C-B64C-454BCA15FEEC}"/>
                </a:ext>
              </a:extLst>
            </p:cNvPr>
            <p:cNvSpPr/>
            <p:nvPr/>
          </p:nvSpPr>
          <p:spPr>
            <a:xfrm>
              <a:off x="4377591" y="404571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CE3F7355-3C59-7927-B3A0-0FDECE97EA1F}"/>
                </a:ext>
              </a:extLst>
            </p:cNvPr>
            <p:cNvSpPr/>
            <p:nvPr/>
          </p:nvSpPr>
          <p:spPr>
            <a:xfrm>
              <a:off x="3887177" y="512526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B1C32689-42D6-8420-71F9-F3BBB502FA98}"/>
                </a:ext>
              </a:extLst>
            </p:cNvPr>
            <p:cNvSpPr/>
            <p:nvPr/>
          </p:nvSpPr>
          <p:spPr>
            <a:xfrm>
              <a:off x="5244121" y="3684951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1F8FF1B3-630D-5F18-E123-81C290F01E63}"/>
                </a:ext>
              </a:extLst>
            </p:cNvPr>
            <p:cNvSpPr/>
            <p:nvPr/>
          </p:nvSpPr>
          <p:spPr>
            <a:xfrm>
              <a:off x="3682024" y="426454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FC490EBA-1218-3850-FE91-BC6B75897AA4}"/>
                </a:ext>
              </a:extLst>
            </p:cNvPr>
            <p:cNvSpPr/>
            <p:nvPr/>
          </p:nvSpPr>
          <p:spPr>
            <a:xfrm>
              <a:off x="4387357" y="356290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8A45DAF9-BF87-C2F5-32DD-E892657EFDC6}"/>
                </a:ext>
              </a:extLst>
            </p:cNvPr>
            <p:cNvSpPr/>
            <p:nvPr/>
          </p:nvSpPr>
          <p:spPr>
            <a:xfrm>
              <a:off x="5412155" y="4140274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A05B4E2E-6ABB-72CB-C3FB-55B00A07C045}"/>
                </a:ext>
              </a:extLst>
            </p:cNvPr>
            <p:cNvSpPr/>
            <p:nvPr/>
          </p:nvSpPr>
          <p:spPr>
            <a:xfrm>
              <a:off x="5763847" y="426454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DD16BC59-C839-607D-0E93-056DB6A4194E}"/>
                </a:ext>
              </a:extLst>
            </p:cNvPr>
            <p:cNvSpPr/>
            <p:nvPr/>
          </p:nvSpPr>
          <p:spPr>
            <a:xfrm>
              <a:off x="5353537" y="4796232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3318D41E-F2CD-BA30-E5E6-D6A11B774C16}"/>
                </a:ext>
              </a:extLst>
            </p:cNvPr>
            <p:cNvSpPr/>
            <p:nvPr/>
          </p:nvSpPr>
          <p:spPr>
            <a:xfrm>
              <a:off x="5509839" y="5270856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642D4325-11BF-E916-4C79-8024835AB314}"/>
                </a:ext>
              </a:extLst>
            </p:cNvPr>
            <p:cNvSpPr/>
            <p:nvPr/>
          </p:nvSpPr>
          <p:spPr>
            <a:xfrm>
              <a:off x="6998675" y="4203200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58B79EEA-F78E-A882-8753-5B8B07E02409}"/>
                </a:ext>
              </a:extLst>
            </p:cNvPr>
            <p:cNvSpPr/>
            <p:nvPr/>
          </p:nvSpPr>
          <p:spPr>
            <a:xfrm>
              <a:off x="6033477" y="4797175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BA5A1FDE-3948-DC03-6FB2-28AAE618BD28}"/>
                </a:ext>
              </a:extLst>
            </p:cNvPr>
            <p:cNvSpPr/>
            <p:nvPr/>
          </p:nvSpPr>
          <p:spPr>
            <a:xfrm>
              <a:off x="6594230" y="5097670"/>
              <a:ext cx="218831" cy="21883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7" name="자유형: 도형 50">
            <a:extLst>
              <a:ext uri="{FF2B5EF4-FFF2-40B4-BE49-F238E27FC236}">
                <a16:creationId xmlns:a16="http://schemas.microsoft.com/office/drawing/2014/main" id="{FD64710A-87C2-CC83-FC98-2455EAE3A998}"/>
              </a:ext>
            </a:extLst>
          </p:cNvPr>
          <p:cNvSpPr/>
          <p:nvPr/>
        </p:nvSpPr>
        <p:spPr>
          <a:xfrm>
            <a:off x="3133969" y="1577119"/>
            <a:ext cx="4775200" cy="4284796"/>
          </a:xfrm>
          <a:custGeom>
            <a:avLst/>
            <a:gdLst>
              <a:gd name="connsiteX0" fmla="*/ 0 w 4775200"/>
              <a:gd name="connsiteY0" fmla="*/ 17219 h 4284796"/>
              <a:gd name="connsiteX1" fmla="*/ 328246 w 4775200"/>
              <a:gd name="connsiteY1" fmla="*/ 48481 h 4284796"/>
              <a:gd name="connsiteX2" fmla="*/ 515816 w 4775200"/>
              <a:gd name="connsiteY2" fmla="*/ 157896 h 4284796"/>
              <a:gd name="connsiteX3" fmla="*/ 625231 w 4775200"/>
              <a:gd name="connsiteY3" fmla="*/ 212604 h 4284796"/>
              <a:gd name="connsiteX4" fmla="*/ 773723 w 4775200"/>
              <a:gd name="connsiteY4" fmla="*/ 361096 h 4284796"/>
              <a:gd name="connsiteX5" fmla="*/ 812800 w 4775200"/>
              <a:gd name="connsiteY5" fmla="*/ 400173 h 4284796"/>
              <a:gd name="connsiteX6" fmla="*/ 875323 w 4775200"/>
              <a:gd name="connsiteY6" fmla="*/ 533035 h 4284796"/>
              <a:gd name="connsiteX7" fmla="*/ 890954 w 4775200"/>
              <a:gd name="connsiteY7" fmla="*/ 626819 h 4284796"/>
              <a:gd name="connsiteX8" fmla="*/ 906585 w 4775200"/>
              <a:gd name="connsiteY8" fmla="*/ 814389 h 4284796"/>
              <a:gd name="connsiteX9" fmla="*/ 922216 w 4775200"/>
              <a:gd name="connsiteY9" fmla="*/ 1189527 h 4284796"/>
              <a:gd name="connsiteX10" fmla="*/ 930031 w 4775200"/>
              <a:gd name="connsiteY10" fmla="*/ 1212973 h 4284796"/>
              <a:gd name="connsiteX11" fmla="*/ 953477 w 4775200"/>
              <a:gd name="connsiteY11" fmla="*/ 1220789 h 4284796"/>
              <a:gd name="connsiteX12" fmla="*/ 1008185 w 4775200"/>
              <a:gd name="connsiteY12" fmla="*/ 1236419 h 4284796"/>
              <a:gd name="connsiteX13" fmla="*/ 1047262 w 4775200"/>
              <a:gd name="connsiteY13" fmla="*/ 1244235 h 4284796"/>
              <a:gd name="connsiteX14" fmla="*/ 1328616 w 4775200"/>
              <a:gd name="connsiteY14" fmla="*/ 1259866 h 4284796"/>
              <a:gd name="connsiteX15" fmla="*/ 1438031 w 4775200"/>
              <a:gd name="connsiteY15" fmla="*/ 1298943 h 4284796"/>
              <a:gd name="connsiteX16" fmla="*/ 1484923 w 4775200"/>
              <a:gd name="connsiteY16" fmla="*/ 1322389 h 4284796"/>
              <a:gd name="connsiteX17" fmla="*/ 1578708 w 4775200"/>
              <a:gd name="connsiteY17" fmla="*/ 1400543 h 4284796"/>
              <a:gd name="connsiteX18" fmla="*/ 1656862 w 4775200"/>
              <a:gd name="connsiteY18" fmla="*/ 1455250 h 4284796"/>
              <a:gd name="connsiteX19" fmla="*/ 1774093 w 4775200"/>
              <a:gd name="connsiteY19" fmla="*/ 1572481 h 4284796"/>
              <a:gd name="connsiteX20" fmla="*/ 1875693 w 4775200"/>
              <a:gd name="connsiteY20" fmla="*/ 1658450 h 4284796"/>
              <a:gd name="connsiteX21" fmla="*/ 1899139 w 4775200"/>
              <a:gd name="connsiteY21" fmla="*/ 1689712 h 4284796"/>
              <a:gd name="connsiteX22" fmla="*/ 2000739 w 4775200"/>
              <a:gd name="connsiteY22" fmla="*/ 1783496 h 4284796"/>
              <a:gd name="connsiteX23" fmla="*/ 2055446 w 4775200"/>
              <a:gd name="connsiteY23" fmla="*/ 1814758 h 4284796"/>
              <a:gd name="connsiteX24" fmla="*/ 2094523 w 4775200"/>
              <a:gd name="connsiteY24" fmla="*/ 1822573 h 4284796"/>
              <a:gd name="connsiteX25" fmla="*/ 2250831 w 4775200"/>
              <a:gd name="connsiteY25" fmla="*/ 1814758 h 4284796"/>
              <a:gd name="connsiteX26" fmla="*/ 2336800 w 4775200"/>
              <a:gd name="connsiteY26" fmla="*/ 1783496 h 4284796"/>
              <a:gd name="connsiteX27" fmla="*/ 2391508 w 4775200"/>
              <a:gd name="connsiteY27" fmla="*/ 1752235 h 4284796"/>
              <a:gd name="connsiteX28" fmla="*/ 2461846 w 4775200"/>
              <a:gd name="connsiteY28" fmla="*/ 1674081 h 4284796"/>
              <a:gd name="connsiteX29" fmla="*/ 2500923 w 4775200"/>
              <a:gd name="connsiteY29" fmla="*/ 1627189 h 4284796"/>
              <a:gd name="connsiteX30" fmla="*/ 2540000 w 4775200"/>
              <a:gd name="connsiteY30" fmla="*/ 1603743 h 4284796"/>
              <a:gd name="connsiteX31" fmla="*/ 2657231 w 4775200"/>
              <a:gd name="connsiteY31" fmla="*/ 1533404 h 4284796"/>
              <a:gd name="connsiteX32" fmla="*/ 2735385 w 4775200"/>
              <a:gd name="connsiteY32" fmla="*/ 1509958 h 4284796"/>
              <a:gd name="connsiteX33" fmla="*/ 2915139 w 4775200"/>
              <a:gd name="connsiteY33" fmla="*/ 1517773 h 4284796"/>
              <a:gd name="connsiteX34" fmla="*/ 2969846 w 4775200"/>
              <a:gd name="connsiteY34" fmla="*/ 1541219 h 4284796"/>
              <a:gd name="connsiteX35" fmla="*/ 3126154 w 4775200"/>
              <a:gd name="connsiteY35" fmla="*/ 1635004 h 4284796"/>
              <a:gd name="connsiteX36" fmla="*/ 3204308 w 4775200"/>
              <a:gd name="connsiteY36" fmla="*/ 1728789 h 4284796"/>
              <a:gd name="connsiteX37" fmla="*/ 3235569 w 4775200"/>
              <a:gd name="connsiteY37" fmla="*/ 1830389 h 4284796"/>
              <a:gd name="connsiteX38" fmla="*/ 3227754 w 4775200"/>
              <a:gd name="connsiteY38" fmla="*/ 2182081 h 4284796"/>
              <a:gd name="connsiteX39" fmla="*/ 3126154 w 4775200"/>
              <a:gd name="connsiteY39" fmla="*/ 2275866 h 4284796"/>
              <a:gd name="connsiteX40" fmla="*/ 3048000 w 4775200"/>
              <a:gd name="connsiteY40" fmla="*/ 2346204 h 4284796"/>
              <a:gd name="connsiteX41" fmla="*/ 3024554 w 4775200"/>
              <a:gd name="connsiteY41" fmla="*/ 2385281 h 4284796"/>
              <a:gd name="connsiteX42" fmla="*/ 3001108 w 4775200"/>
              <a:gd name="connsiteY42" fmla="*/ 2518143 h 4284796"/>
              <a:gd name="connsiteX43" fmla="*/ 2985477 w 4775200"/>
              <a:gd name="connsiteY43" fmla="*/ 2604112 h 4284796"/>
              <a:gd name="connsiteX44" fmla="*/ 2993293 w 4775200"/>
              <a:gd name="connsiteY44" fmla="*/ 2729158 h 4284796"/>
              <a:gd name="connsiteX45" fmla="*/ 3032369 w 4775200"/>
              <a:gd name="connsiteY45" fmla="*/ 2799496 h 4284796"/>
              <a:gd name="connsiteX46" fmla="*/ 3055816 w 4775200"/>
              <a:gd name="connsiteY46" fmla="*/ 2815127 h 4284796"/>
              <a:gd name="connsiteX47" fmla="*/ 3212123 w 4775200"/>
              <a:gd name="connsiteY47" fmla="*/ 2862019 h 4284796"/>
              <a:gd name="connsiteX48" fmla="*/ 3259016 w 4775200"/>
              <a:gd name="connsiteY48" fmla="*/ 2869835 h 4284796"/>
              <a:gd name="connsiteX49" fmla="*/ 3344985 w 4775200"/>
              <a:gd name="connsiteY49" fmla="*/ 2854204 h 4284796"/>
              <a:gd name="connsiteX50" fmla="*/ 3391877 w 4775200"/>
              <a:gd name="connsiteY50" fmla="*/ 2791681 h 4284796"/>
              <a:gd name="connsiteX51" fmla="*/ 3446585 w 4775200"/>
              <a:gd name="connsiteY51" fmla="*/ 2752604 h 4284796"/>
              <a:gd name="connsiteX52" fmla="*/ 3485662 w 4775200"/>
              <a:gd name="connsiteY52" fmla="*/ 2713527 h 4284796"/>
              <a:gd name="connsiteX53" fmla="*/ 3587262 w 4775200"/>
              <a:gd name="connsiteY53" fmla="*/ 2658819 h 4284796"/>
              <a:gd name="connsiteX54" fmla="*/ 3649785 w 4775200"/>
              <a:gd name="connsiteY54" fmla="*/ 2604112 h 4284796"/>
              <a:gd name="connsiteX55" fmla="*/ 3681046 w 4775200"/>
              <a:gd name="connsiteY55" fmla="*/ 2588481 h 4284796"/>
              <a:gd name="connsiteX56" fmla="*/ 3759200 w 4775200"/>
              <a:gd name="connsiteY56" fmla="*/ 2549404 h 4284796"/>
              <a:gd name="connsiteX57" fmla="*/ 3813908 w 4775200"/>
              <a:gd name="connsiteY57" fmla="*/ 2541589 h 4284796"/>
              <a:gd name="connsiteX58" fmla="*/ 3860800 w 4775200"/>
              <a:gd name="connsiteY58" fmla="*/ 2533773 h 4284796"/>
              <a:gd name="connsiteX59" fmla="*/ 3993662 w 4775200"/>
              <a:gd name="connsiteY59" fmla="*/ 2541589 h 4284796"/>
              <a:gd name="connsiteX60" fmla="*/ 4024923 w 4775200"/>
              <a:gd name="connsiteY60" fmla="*/ 2565035 h 4284796"/>
              <a:gd name="connsiteX61" fmla="*/ 4071816 w 4775200"/>
              <a:gd name="connsiteY61" fmla="*/ 2596296 h 4284796"/>
              <a:gd name="connsiteX62" fmla="*/ 4110893 w 4775200"/>
              <a:gd name="connsiteY62" fmla="*/ 2658819 h 4284796"/>
              <a:gd name="connsiteX63" fmla="*/ 4189046 w 4775200"/>
              <a:gd name="connsiteY63" fmla="*/ 2932358 h 4284796"/>
              <a:gd name="connsiteX64" fmla="*/ 4204677 w 4775200"/>
              <a:gd name="connsiteY64" fmla="*/ 3159004 h 4284796"/>
              <a:gd name="connsiteX65" fmla="*/ 4220308 w 4775200"/>
              <a:gd name="connsiteY65" fmla="*/ 3237158 h 4284796"/>
              <a:gd name="connsiteX66" fmla="*/ 4251569 w 4775200"/>
              <a:gd name="connsiteY66" fmla="*/ 3448173 h 4284796"/>
              <a:gd name="connsiteX67" fmla="*/ 4454769 w 4775200"/>
              <a:gd name="connsiteY67" fmla="*/ 3971804 h 4284796"/>
              <a:gd name="connsiteX68" fmla="*/ 4751754 w 4775200"/>
              <a:gd name="connsiteY68" fmla="*/ 4284419 h 4284796"/>
              <a:gd name="connsiteX69" fmla="*/ 4775200 w 4775200"/>
              <a:gd name="connsiteY69" fmla="*/ 4198450 h 4284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4775200" h="4284796">
                <a:moveTo>
                  <a:pt x="0" y="17219"/>
                </a:moveTo>
                <a:cubicBezTo>
                  <a:pt x="120219" y="-6823"/>
                  <a:pt x="130149" y="-13221"/>
                  <a:pt x="328246" y="48481"/>
                </a:cubicBezTo>
                <a:cubicBezTo>
                  <a:pt x="397355" y="70007"/>
                  <a:pt x="452463" y="122885"/>
                  <a:pt x="515816" y="157896"/>
                </a:cubicBezTo>
                <a:cubicBezTo>
                  <a:pt x="551505" y="177619"/>
                  <a:pt x="588759" y="194368"/>
                  <a:pt x="625231" y="212604"/>
                </a:cubicBezTo>
                <a:lnTo>
                  <a:pt x="773723" y="361096"/>
                </a:lnTo>
                <a:cubicBezTo>
                  <a:pt x="786749" y="374122"/>
                  <a:pt x="804562" y="383697"/>
                  <a:pt x="812800" y="400173"/>
                </a:cubicBezTo>
                <a:cubicBezTo>
                  <a:pt x="865967" y="506506"/>
                  <a:pt x="846713" y="461506"/>
                  <a:pt x="875323" y="533035"/>
                </a:cubicBezTo>
                <a:cubicBezTo>
                  <a:pt x="880533" y="564296"/>
                  <a:pt x="887693" y="595295"/>
                  <a:pt x="890954" y="626819"/>
                </a:cubicBezTo>
                <a:cubicBezTo>
                  <a:pt x="924314" y="949302"/>
                  <a:pt x="882337" y="644663"/>
                  <a:pt x="906585" y="814389"/>
                </a:cubicBezTo>
                <a:cubicBezTo>
                  <a:pt x="911795" y="939435"/>
                  <a:pt x="914867" y="1064588"/>
                  <a:pt x="922216" y="1189527"/>
                </a:cubicBezTo>
                <a:cubicBezTo>
                  <a:pt x="922700" y="1197751"/>
                  <a:pt x="924206" y="1207148"/>
                  <a:pt x="930031" y="1212973"/>
                </a:cubicBezTo>
                <a:cubicBezTo>
                  <a:pt x="935856" y="1218798"/>
                  <a:pt x="945586" y="1218422"/>
                  <a:pt x="953477" y="1220789"/>
                </a:cubicBezTo>
                <a:cubicBezTo>
                  <a:pt x="971643" y="1226239"/>
                  <a:pt x="989786" y="1231819"/>
                  <a:pt x="1008185" y="1236419"/>
                </a:cubicBezTo>
                <a:cubicBezTo>
                  <a:pt x="1021072" y="1239641"/>
                  <a:pt x="1034014" y="1243266"/>
                  <a:pt x="1047262" y="1244235"/>
                </a:cubicBezTo>
                <a:cubicBezTo>
                  <a:pt x="1140941" y="1251090"/>
                  <a:pt x="1234831" y="1254656"/>
                  <a:pt x="1328616" y="1259866"/>
                </a:cubicBezTo>
                <a:cubicBezTo>
                  <a:pt x="1364179" y="1271720"/>
                  <a:pt x="1403913" y="1284321"/>
                  <a:pt x="1438031" y="1298943"/>
                </a:cubicBezTo>
                <a:cubicBezTo>
                  <a:pt x="1454094" y="1305827"/>
                  <a:pt x="1470756" y="1312157"/>
                  <a:pt x="1484923" y="1322389"/>
                </a:cubicBezTo>
                <a:cubicBezTo>
                  <a:pt x="1517912" y="1346215"/>
                  <a:pt x="1543814" y="1379606"/>
                  <a:pt x="1578708" y="1400543"/>
                </a:cubicBezTo>
                <a:cubicBezTo>
                  <a:pt x="1612207" y="1420642"/>
                  <a:pt x="1627756" y="1427599"/>
                  <a:pt x="1656862" y="1455250"/>
                </a:cubicBezTo>
                <a:cubicBezTo>
                  <a:pt x="1696928" y="1493312"/>
                  <a:pt x="1731906" y="1536784"/>
                  <a:pt x="1774093" y="1572481"/>
                </a:cubicBezTo>
                <a:cubicBezTo>
                  <a:pt x="1807960" y="1601137"/>
                  <a:pt x="1843328" y="1628108"/>
                  <a:pt x="1875693" y="1658450"/>
                </a:cubicBezTo>
                <a:cubicBezTo>
                  <a:pt x="1885196" y="1667359"/>
                  <a:pt x="1890337" y="1680110"/>
                  <a:pt x="1899139" y="1689712"/>
                </a:cubicBezTo>
                <a:cubicBezTo>
                  <a:pt x="1937551" y="1731617"/>
                  <a:pt x="1958968" y="1752168"/>
                  <a:pt x="2000739" y="1783496"/>
                </a:cubicBezTo>
                <a:cubicBezTo>
                  <a:pt x="2014460" y="1793787"/>
                  <a:pt x="2039869" y="1809566"/>
                  <a:pt x="2055446" y="1814758"/>
                </a:cubicBezTo>
                <a:cubicBezTo>
                  <a:pt x="2068048" y="1818959"/>
                  <a:pt x="2081497" y="1819968"/>
                  <a:pt x="2094523" y="1822573"/>
                </a:cubicBezTo>
                <a:cubicBezTo>
                  <a:pt x="2146626" y="1819968"/>
                  <a:pt x="2198982" y="1820519"/>
                  <a:pt x="2250831" y="1814758"/>
                </a:cubicBezTo>
                <a:cubicBezTo>
                  <a:pt x="2282033" y="1811291"/>
                  <a:pt x="2309896" y="1798171"/>
                  <a:pt x="2336800" y="1783496"/>
                </a:cubicBezTo>
                <a:cubicBezTo>
                  <a:pt x="2355239" y="1773439"/>
                  <a:pt x="2373272" y="1762655"/>
                  <a:pt x="2391508" y="1752235"/>
                </a:cubicBezTo>
                <a:cubicBezTo>
                  <a:pt x="2464980" y="1660394"/>
                  <a:pt x="2377067" y="1767337"/>
                  <a:pt x="2461846" y="1674081"/>
                </a:cubicBezTo>
                <a:cubicBezTo>
                  <a:pt x="2475533" y="1659026"/>
                  <a:pt x="2485799" y="1640800"/>
                  <a:pt x="2500923" y="1627189"/>
                </a:cubicBezTo>
                <a:cubicBezTo>
                  <a:pt x="2512214" y="1617027"/>
                  <a:pt x="2527222" y="1611957"/>
                  <a:pt x="2540000" y="1603743"/>
                </a:cubicBezTo>
                <a:cubicBezTo>
                  <a:pt x="2590987" y="1570966"/>
                  <a:pt x="2606154" y="1554686"/>
                  <a:pt x="2657231" y="1533404"/>
                </a:cubicBezTo>
                <a:cubicBezTo>
                  <a:pt x="2685777" y="1521510"/>
                  <a:pt x="2706742" y="1517118"/>
                  <a:pt x="2735385" y="1509958"/>
                </a:cubicBezTo>
                <a:cubicBezTo>
                  <a:pt x="2795303" y="1512563"/>
                  <a:pt x="2855690" y="1509847"/>
                  <a:pt x="2915139" y="1517773"/>
                </a:cubicBezTo>
                <a:cubicBezTo>
                  <a:pt x="2934805" y="1520395"/>
                  <a:pt x="2951916" y="1532726"/>
                  <a:pt x="2969846" y="1541219"/>
                </a:cubicBezTo>
                <a:cubicBezTo>
                  <a:pt x="3043049" y="1575895"/>
                  <a:pt x="3068377" y="1584931"/>
                  <a:pt x="3126154" y="1635004"/>
                </a:cubicBezTo>
                <a:cubicBezTo>
                  <a:pt x="3153403" y="1658620"/>
                  <a:pt x="3190094" y="1692238"/>
                  <a:pt x="3204308" y="1728789"/>
                </a:cubicBezTo>
                <a:cubicBezTo>
                  <a:pt x="3217151" y="1761813"/>
                  <a:pt x="3225149" y="1796522"/>
                  <a:pt x="3235569" y="1830389"/>
                </a:cubicBezTo>
                <a:cubicBezTo>
                  <a:pt x="3250022" y="1960456"/>
                  <a:pt x="3259571" y="2011062"/>
                  <a:pt x="3227754" y="2182081"/>
                </a:cubicBezTo>
                <a:cubicBezTo>
                  <a:pt x="3221601" y="2215154"/>
                  <a:pt x="3148787" y="2258892"/>
                  <a:pt x="3126154" y="2275866"/>
                </a:cubicBezTo>
                <a:cubicBezTo>
                  <a:pt x="3101071" y="2294678"/>
                  <a:pt x="3067533" y="2321787"/>
                  <a:pt x="3048000" y="2346204"/>
                </a:cubicBezTo>
                <a:cubicBezTo>
                  <a:pt x="3038511" y="2358066"/>
                  <a:pt x="3032369" y="2372255"/>
                  <a:pt x="3024554" y="2385281"/>
                </a:cubicBezTo>
                <a:cubicBezTo>
                  <a:pt x="3016739" y="2429568"/>
                  <a:pt x="3008813" y="2473836"/>
                  <a:pt x="3001108" y="2518143"/>
                </a:cubicBezTo>
                <a:cubicBezTo>
                  <a:pt x="2987777" y="2594801"/>
                  <a:pt x="2999195" y="2535529"/>
                  <a:pt x="2985477" y="2604112"/>
                </a:cubicBezTo>
                <a:cubicBezTo>
                  <a:pt x="2988082" y="2645794"/>
                  <a:pt x="2983547" y="2688548"/>
                  <a:pt x="2993293" y="2729158"/>
                </a:cubicBezTo>
                <a:cubicBezTo>
                  <a:pt x="2999552" y="2755239"/>
                  <a:pt x="3016594" y="2777805"/>
                  <a:pt x="3032369" y="2799496"/>
                </a:cubicBezTo>
                <a:cubicBezTo>
                  <a:pt x="3037894" y="2807093"/>
                  <a:pt x="3047287" y="2811191"/>
                  <a:pt x="3055816" y="2815127"/>
                </a:cubicBezTo>
                <a:cubicBezTo>
                  <a:pt x="3130462" y="2849579"/>
                  <a:pt x="3133133" y="2847209"/>
                  <a:pt x="3212123" y="2862019"/>
                </a:cubicBezTo>
                <a:cubicBezTo>
                  <a:pt x="3227698" y="2864939"/>
                  <a:pt x="3243385" y="2867230"/>
                  <a:pt x="3259016" y="2869835"/>
                </a:cubicBezTo>
                <a:cubicBezTo>
                  <a:pt x="3287672" y="2864625"/>
                  <a:pt x="3318301" y="2865878"/>
                  <a:pt x="3344985" y="2854204"/>
                </a:cubicBezTo>
                <a:cubicBezTo>
                  <a:pt x="3453438" y="2806755"/>
                  <a:pt x="3349816" y="2833742"/>
                  <a:pt x="3391877" y="2791681"/>
                </a:cubicBezTo>
                <a:cubicBezTo>
                  <a:pt x="3407723" y="2775835"/>
                  <a:pt x="3429369" y="2766951"/>
                  <a:pt x="3446585" y="2752604"/>
                </a:cubicBezTo>
                <a:cubicBezTo>
                  <a:pt x="3460736" y="2740811"/>
                  <a:pt x="3470925" y="2724580"/>
                  <a:pt x="3485662" y="2713527"/>
                </a:cubicBezTo>
                <a:cubicBezTo>
                  <a:pt x="3621689" y="2611507"/>
                  <a:pt x="3466545" y="2743322"/>
                  <a:pt x="3587262" y="2658819"/>
                </a:cubicBezTo>
                <a:cubicBezTo>
                  <a:pt x="3708453" y="2573985"/>
                  <a:pt x="3535385" y="2675612"/>
                  <a:pt x="3649785" y="2604112"/>
                </a:cubicBezTo>
                <a:cubicBezTo>
                  <a:pt x="3659664" y="2597937"/>
                  <a:pt x="3670862" y="2594139"/>
                  <a:pt x="3681046" y="2588481"/>
                </a:cubicBezTo>
                <a:cubicBezTo>
                  <a:pt x="3711316" y="2571664"/>
                  <a:pt x="3725263" y="2557888"/>
                  <a:pt x="3759200" y="2549404"/>
                </a:cubicBezTo>
                <a:cubicBezTo>
                  <a:pt x="3777071" y="2544936"/>
                  <a:pt x="3795701" y="2544390"/>
                  <a:pt x="3813908" y="2541589"/>
                </a:cubicBezTo>
                <a:cubicBezTo>
                  <a:pt x="3829570" y="2539179"/>
                  <a:pt x="3845169" y="2536378"/>
                  <a:pt x="3860800" y="2533773"/>
                </a:cubicBezTo>
                <a:cubicBezTo>
                  <a:pt x="3905087" y="2536378"/>
                  <a:pt x="3950082" y="2533288"/>
                  <a:pt x="3993662" y="2541589"/>
                </a:cubicBezTo>
                <a:cubicBezTo>
                  <a:pt x="4006457" y="2544026"/>
                  <a:pt x="4014252" y="2557565"/>
                  <a:pt x="4024923" y="2565035"/>
                </a:cubicBezTo>
                <a:cubicBezTo>
                  <a:pt x="4040313" y="2575808"/>
                  <a:pt x="4056185" y="2585876"/>
                  <a:pt x="4071816" y="2596296"/>
                </a:cubicBezTo>
                <a:cubicBezTo>
                  <a:pt x="4084208" y="2614885"/>
                  <a:pt x="4101476" y="2639985"/>
                  <a:pt x="4110893" y="2658819"/>
                </a:cubicBezTo>
                <a:cubicBezTo>
                  <a:pt x="4153530" y="2744091"/>
                  <a:pt x="4169279" y="2840111"/>
                  <a:pt x="4189046" y="2932358"/>
                </a:cubicBezTo>
                <a:cubicBezTo>
                  <a:pt x="4194256" y="3007907"/>
                  <a:pt x="4196950" y="3083671"/>
                  <a:pt x="4204677" y="3159004"/>
                </a:cubicBezTo>
                <a:cubicBezTo>
                  <a:pt x="4207388" y="3185433"/>
                  <a:pt x="4216055" y="3210933"/>
                  <a:pt x="4220308" y="3237158"/>
                </a:cubicBezTo>
                <a:cubicBezTo>
                  <a:pt x="4231690" y="3307347"/>
                  <a:pt x="4227968" y="3381098"/>
                  <a:pt x="4251569" y="3448173"/>
                </a:cubicBezTo>
                <a:cubicBezTo>
                  <a:pt x="4314876" y="3628097"/>
                  <a:pt x="4354624" y="3810701"/>
                  <a:pt x="4454769" y="3971804"/>
                </a:cubicBezTo>
                <a:cubicBezTo>
                  <a:pt x="4514084" y="4067224"/>
                  <a:pt x="4618109" y="4257690"/>
                  <a:pt x="4751754" y="4284419"/>
                </a:cubicBezTo>
                <a:cubicBezTo>
                  <a:pt x="4780880" y="4290244"/>
                  <a:pt x="4767385" y="4227106"/>
                  <a:pt x="4775200" y="4198450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398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5C2451AF-D294-C661-77F0-DF5067079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FBD391C4-D5F4-F73A-E297-AC1F85BAC7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신경망을 학습한다는 것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4269CAE-E17D-88D5-AA00-78CD3C62873E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DAF2AB2-9452-CE20-4F8A-F50AE893EFD9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70FDE13A-51BE-EFF0-7979-88A0CE7569AE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BACDADF-2D08-E9EB-6466-09664938043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3BB58D0-51C2-733D-B043-A52A6E472919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A20406B-D81A-A3E2-90AA-D49C7DC89FC6}"/>
              </a:ext>
            </a:extLst>
          </p:cNvPr>
          <p:cNvGrpSpPr/>
          <p:nvPr/>
        </p:nvGrpSpPr>
        <p:grpSpPr>
          <a:xfrm>
            <a:off x="3726561" y="1961825"/>
            <a:ext cx="5488323" cy="4282109"/>
            <a:chOff x="1797538" y="1101608"/>
            <a:chExt cx="5488323" cy="42821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BBBFFE7A-A6A9-EB55-40AB-43B064EC553B}"/>
                    </a:ext>
                  </a:extLst>
                </p:cNvPr>
                <p:cNvSpPr/>
                <p:nvPr/>
              </p:nvSpPr>
              <p:spPr>
                <a:xfrm>
                  <a:off x="1797538" y="2477477"/>
                  <a:ext cx="617415" cy="61741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00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870F78AC-86E6-0C21-5848-1923BB3571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538" y="2477477"/>
                  <a:ext cx="617415" cy="617415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타원 4">
                  <a:extLst>
                    <a:ext uri="{FF2B5EF4-FFF2-40B4-BE49-F238E27FC236}">
                      <a16:creationId xmlns:a16="http://schemas.microsoft.com/office/drawing/2014/main" id="{DBD86510-F62E-FD20-2535-A822D55F6AD5}"/>
                    </a:ext>
                  </a:extLst>
                </p:cNvPr>
                <p:cNvSpPr/>
                <p:nvPr/>
              </p:nvSpPr>
              <p:spPr>
                <a:xfrm>
                  <a:off x="1797538" y="3742889"/>
                  <a:ext cx="617415" cy="61741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00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타원 4">
                  <a:extLst>
                    <a:ext uri="{FF2B5EF4-FFF2-40B4-BE49-F238E27FC236}">
                      <a16:creationId xmlns:a16="http://schemas.microsoft.com/office/drawing/2014/main" id="{8EC9315B-D046-29DA-54FD-0F14B1E174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538" y="3742889"/>
                  <a:ext cx="617415" cy="61741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10E7FC12-C9C2-A31D-15B9-573A61903E6F}"/>
                </a:ext>
              </a:extLst>
            </p:cNvPr>
            <p:cNvSpPr/>
            <p:nvPr/>
          </p:nvSpPr>
          <p:spPr>
            <a:xfrm>
              <a:off x="3768131" y="1461477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80F42B09-ED45-0805-FE39-80FBF2F77560}"/>
                </a:ext>
              </a:extLst>
            </p:cNvPr>
            <p:cNvSpPr/>
            <p:nvPr/>
          </p:nvSpPr>
          <p:spPr>
            <a:xfrm>
              <a:off x="3768131" y="3039824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847ED771-D8D6-2E1B-D8BD-2FFD4D3A868A}"/>
                </a:ext>
              </a:extLst>
            </p:cNvPr>
            <p:cNvSpPr/>
            <p:nvPr/>
          </p:nvSpPr>
          <p:spPr>
            <a:xfrm>
              <a:off x="3768131" y="4766302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BB48212-26FE-FA7F-1C3C-4940FFC54974}"/>
                </a:ext>
              </a:extLst>
            </p:cNvPr>
            <p:cNvSpPr/>
            <p:nvPr/>
          </p:nvSpPr>
          <p:spPr>
            <a:xfrm>
              <a:off x="5556239" y="3039824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CEB7F3B6-8180-596F-D713-10CCFD756E25}"/>
                </a:ext>
              </a:extLst>
            </p:cNvPr>
            <p:cNvCxnSpPr>
              <a:stCxn id="4" idx="6"/>
              <a:endCxn id="6" idx="2"/>
            </p:cNvCxnSpPr>
            <p:nvPr/>
          </p:nvCxnSpPr>
          <p:spPr>
            <a:xfrm flipV="1">
              <a:off x="2414953" y="1770185"/>
              <a:ext cx="1353178" cy="1016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52EBF1D4-6F2A-858D-C5B6-BC1618A050A5}"/>
                </a:ext>
              </a:extLst>
            </p:cNvPr>
            <p:cNvCxnSpPr>
              <a:stCxn id="4" idx="6"/>
              <a:endCxn id="7" idx="2"/>
            </p:cNvCxnSpPr>
            <p:nvPr/>
          </p:nvCxnSpPr>
          <p:spPr>
            <a:xfrm>
              <a:off x="2414953" y="2786185"/>
              <a:ext cx="1353178" cy="56234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977D71FE-AC1A-D3C4-0710-1D1662366E88}"/>
                </a:ext>
              </a:extLst>
            </p:cNvPr>
            <p:cNvCxnSpPr>
              <a:stCxn id="4" idx="6"/>
              <a:endCxn id="9" idx="1"/>
            </p:cNvCxnSpPr>
            <p:nvPr/>
          </p:nvCxnSpPr>
          <p:spPr>
            <a:xfrm>
              <a:off x="2414953" y="2786185"/>
              <a:ext cx="1443596" cy="20705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AB70A112-583F-71C4-2928-5554EB785130}"/>
                </a:ext>
              </a:extLst>
            </p:cNvPr>
            <p:cNvCxnSpPr>
              <a:stCxn id="5" idx="6"/>
              <a:endCxn id="6" idx="2"/>
            </p:cNvCxnSpPr>
            <p:nvPr/>
          </p:nvCxnSpPr>
          <p:spPr>
            <a:xfrm flipV="1">
              <a:off x="2414953" y="1770185"/>
              <a:ext cx="1353178" cy="228141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1FF01CF9-6120-2C34-980C-ABAF6FA7DC57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 flipV="1">
              <a:off x="2414953" y="3348532"/>
              <a:ext cx="1353178" cy="7030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73EB9472-C173-18D8-5D5C-C16E52CF2F11}"/>
                </a:ext>
              </a:extLst>
            </p:cNvPr>
            <p:cNvCxnSpPr>
              <a:stCxn id="5" idx="6"/>
              <a:endCxn id="9" idx="1"/>
            </p:cNvCxnSpPr>
            <p:nvPr/>
          </p:nvCxnSpPr>
          <p:spPr>
            <a:xfrm>
              <a:off x="2414953" y="4051597"/>
              <a:ext cx="1443596" cy="80512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5A8125BD-D085-98CC-E6DF-B2347E38A65F}"/>
                </a:ext>
              </a:extLst>
            </p:cNvPr>
            <p:cNvCxnSpPr>
              <a:stCxn id="6" idx="6"/>
              <a:endCxn id="10" idx="1"/>
            </p:cNvCxnSpPr>
            <p:nvPr/>
          </p:nvCxnSpPr>
          <p:spPr>
            <a:xfrm>
              <a:off x="4385546" y="1770185"/>
              <a:ext cx="1261111" cy="136005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20355C1D-7E49-E039-4F9B-F73536E94C1A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>
              <a:off x="4385546" y="3348532"/>
              <a:ext cx="117069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76DA5EB4-22C7-5C27-58A0-5AF93675B67A}"/>
                </a:ext>
              </a:extLst>
            </p:cNvPr>
            <p:cNvCxnSpPr>
              <a:stCxn id="9" idx="6"/>
              <a:endCxn id="10" idx="3"/>
            </p:cNvCxnSpPr>
            <p:nvPr/>
          </p:nvCxnSpPr>
          <p:spPr>
            <a:xfrm flipV="1">
              <a:off x="4385546" y="3566821"/>
              <a:ext cx="1261111" cy="150818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7BDAAB5-3421-AA8B-5B97-9588F7A01530}"/>
                    </a:ext>
                  </a:extLst>
                </p:cNvPr>
                <p:cNvSpPr txBox="1"/>
                <p:nvPr/>
              </p:nvSpPr>
              <p:spPr>
                <a:xfrm>
                  <a:off x="2704123" y="1961662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34523650-41EF-8808-BBC4-61A9FA5A77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123" y="1961662"/>
                  <a:ext cx="446593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05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726F64F-0EEC-B608-BB0A-5CBCACA2B943}"/>
                    </a:ext>
                  </a:extLst>
                </p:cNvPr>
                <p:cNvSpPr txBox="1"/>
                <p:nvPr/>
              </p:nvSpPr>
              <p:spPr>
                <a:xfrm>
                  <a:off x="3231120" y="2983363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EF290A7-D3E3-BF8F-F81E-F36A0CA497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1120" y="2983363"/>
                  <a:ext cx="446593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19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9265BF3C-E319-AAE6-A0DA-586E0877D08A}"/>
                    </a:ext>
                  </a:extLst>
                </p:cNvPr>
                <p:cNvSpPr txBox="1"/>
                <p:nvPr/>
              </p:nvSpPr>
              <p:spPr>
                <a:xfrm>
                  <a:off x="3297517" y="4199686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AA75FC5C-3A50-23B5-38F4-4E7D2D5BB1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517" y="4199686"/>
                  <a:ext cx="446593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05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DF03C6FB-539E-ACC0-4E7E-4F96C89E80A0}"/>
                    </a:ext>
                  </a:extLst>
                </p:cNvPr>
                <p:cNvSpPr txBox="1"/>
                <p:nvPr/>
              </p:nvSpPr>
              <p:spPr>
                <a:xfrm>
                  <a:off x="3059180" y="2369989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A2A2687-A781-D33F-D55E-DF40988B15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180" y="2369989"/>
                  <a:ext cx="446593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219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4C5FC84-D816-47F3-31DC-C8DC5703682F}"/>
                    </a:ext>
                  </a:extLst>
                </p:cNvPr>
                <p:cNvSpPr txBox="1"/>
                <p:nvPr/>
              </p:nvSpPr>
              <p:spPr>
                <a:xfrm>
                  <a:off x="3136751" y="3355486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163F921-46E7-BA39-B4B7-3BF95EEA0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6751" y="3355486"/>
                  <a:ext cx="446593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219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31BC3A0-AA1E-775F-E038-8102A0EF4E5E}"/>
                    </a:ext>
                  </a:extLst>
                </p:cNvPr>
                <p:cNvSpPr txBox="1"/>
                <p:nvPr/>
              </p:nvSpPr>
              <p:spPr>
                <a:xfrm>
                  <a:off x="2918477" y="4308019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5D7C3FC-1264-FE79-FEF7-21BD4B1F2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477" y="4308019"/>
                  <a:ext cx="446593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219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7DC9AA06-4A6F-C532-F3C3-B9FB1EC657EC}"/>
                    </a:ext>
                  </a:extLst>
                </p:cNvPr>
                <p:cNvSpPr txBox="1"/>
                <p:nvPr/>
              </p:nvSpPr>
              <p:spPr>
                <a:xfrm>
                  <a:off x="3861914" y="1101608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7CEB094B-6F7F-55F1-D063-D4BCB63D1D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1101608"/>
                  <a:ext cx="44659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CCA8BE77-169B-796B-9081-0EE0DCD07F45}"/>
                    </a:ext>
                  </a:extLst>
                </p:cNvPr>
                <p:cNvSpPr txBox="1"/>
                <p:nvPr/>
              </p:nvSpPr>
              <p:spPr>
                <a:xfrm>
                  <a:off x="3861914" y="2691769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AEAAE88-AA98-44E4-8D50-E3ABDBB2DD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2691769"/>
                  <a:ext cx="44659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F480518-26DF-606A-8257-9D53B27B5EFF}"/>
                    </a:ext>
                  </a:extLst>
                </p:cNvPr>
                <p:cNvSpPr txBox="1"/>
                <p:nvPr/>
              </p:nvSpPr>
              <p:spPr>
                <a:xfrm>
                  <a:off x="3861914" y="4449098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3D54537-9953-4579-767C-B59D6F1215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4449098"/>
                  <a:ext cx="44659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8663DD2-4FB6-296C-3CB6-D1454DB9E479}"/>
                    </a:ext>
                  </a:extLst>
                </p:cNvPr>
                <p:cNvSpPr txBox="1"/>
                <p:nvPr/>
              </p:nvSpPr>
              <p:spPr>
                <a:xfrm>
                  <a:off x="4945160" y="2244491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CC58442-5272-1D31-A0EA-4BF2FE678F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5160" y="2244491"/>
                  <a:ext cx="446593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994E6C6-4813-96F7-45A7-808C6C785A63}"/>
                    </a:ext>
                  </a:extLst>
                </p:cNvPr>
                <p:cNvSpPr txBox="1"/>
                <p:nvPr/>
              </p:nvSpPr>
              <p:spPr>
                <a:xfrm>
                  <a:off x="4747241" y="3025592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A2FCA8FA-410E-90AB-EECA-5F54D0AB95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7241" y="3025592"/>
                  <a:ext cx="446593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36EBBDFC-861B-9096-878F-BAB81897B2F6}"/>
                    </a:ext>
                  </a:extLst>
                </p:cNvPr>
                <p:cNvSpPr txBox="1"/>
                <p:nvPr/>
              </p:nvSpPr>
              <p:spPr>
                <a:xfrm>
                  <a:off x="4752316" y="3981831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E811CEB8-5BD2-A3EA-02A1-F9943937DE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316" y="3981831"/>
                  <a:ext cx="446593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연결선: 구부러짐 41">
              <a:extLst>
                <a:ext uri="{FF2B5EF4-FFF2-40B4-BE49-F238E27FC236}">
                  <a16:creationId xmlns:a16="http://schemas.microsoft.com/office/drawing/2014/main" id="{4319435C-4E1C-7596-1914-357FD26C7D17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654650" y="3221619"/>
              <a:ext cx="420593" cy="264192"/>
            </a:xfrm>
            <a:prstGeom prst="curved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BF7537D-C91F-F02D-1F81-D9855C062E15}"/>
                    </a:ext>
                  </a:extLst>
                </p:cNvPr>
                <p:cNvSpPr txBox="1"/>
                <p:nvPr/>
              </p:nvSpPr>
              <p:spPr>
                <a:xfrm>
                  <a:off x="6839268" y="3163865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5D551AD-84BC-792E-C1AF-E99C98D5BE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9268" y="3163865"/>
                  <a:ext cx="446593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6667" r="-2191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직선 화살표 연결선 33">
              <a:extLst>
                <a:ext uri="{FF2B5EF4-FFF2-40B4-BE49-F238E27FC236}">
                  <a16:creationId xmlns:a16="http://schemas.microsoft.com/office/drawing/2014/main" id="{F8FB34E0-DA33-6D4D-DDD8-D866E6012FE2}"/>
                </a:ext>
              </a:extLst>
            </p:cNvPr>
            <p:cNvCxnSpPr>
              <a:cxnSpLocks/>
              <a:stCxn id="10" idx="6"/>
              <a:endCxn id="33" idx="1"/>
            </p:cNvCxnSpPr>
            <p:nvPr/>
          </p:nvCxnSpPr>
          <p:spPr>
            <a:xfrm flipV="1">
              <a:off x="6173654" y="3348531"/>
              <a:ext cx="665614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9932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788A2E00-54EF-7BB5-D86F-58A810BD6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B26264D9-6C5E-8D72-8959-E361E4EFA7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B242A689-CACF-A3E3-423D-0386F1590AF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99A5012-59C5-CE17-0F97-1EE1A71F38A0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9986D3A5-11A5-6946-B55F-4CBFF1481F0D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0B739B4-F8E0-AB73-F02C-5E3707A6B957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7317A73-CAAC-5C61-C742-E1B410A2A192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B9699983-4000-C66E-61E6-DF273B080953}"/>
              </a:ext>
            </a:extLst>
          </p:cNvPr>
          <p:cNvGrpSpPr/>
          <p:nvPr/>
        </p:nvGrpSpPr>
        <p:grpSpPr>
          <a:xfrm>
            <a:off x="1392873" y="1678369"/>
            <a:ext cx="6981061" cy="4282109"/>
            <a:chOff x="1797538" y="1101608"/>
            <a:chExt cx="6981061" cy="42821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7CC769C4-2172-D74F-04B3-48B6CA214B29}"/>
                    </a:ext>
                  </a:extLst>
                </p:cNvPr>
                <p:cNvSpPr/>
                <p:nvPr/>
              </p:nvSpPr>
              <p:spPr>
                <a:xfrm>
                  <a:off x="1797538" y="2477477"/>
                  <a:ext cx="617415" cy="61741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00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A6D2E78E-F368-0E95-B34B-2CFC0B0827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538" y="2477477"/>
                  <a:ext cx="617415" cy="617415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DCA1B0B2-8FBF-620E-C8A7-68D9F0A06FAB}"/>
                    </a:ext>
                  </a:extLst>
                </p:cNvPr>
                <p:cNvSpPr/>
                <p:nvPr/>
              </p:nvSpPr>
              <p:spPr>
                <a:xfrm>
                  <a:off x="1797538" y="3742889"/>
                  <a:ext cx="617415" cy="61741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00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타원 4">
                  <a:extLst>
                    <a:ext uri="{FF2B5EF4-FFF2-40B4-BE49-F238E27FC236}">
                      <a16:creationId xmlns:a16="http://schemas.microsoft.com/office/drawing/2014/main" id="{580A4C9C-3075-0754-7E78-92E7F0CC46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538" y="3742889"/>
                  <a:ext cx="617415" cy="61741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B71B9094-D0B1-AEF4-EE12-F46473615EDA}"/>
                </a:ext>
              </a:extLst>
            </p:cNvPr>
            <p:cNvSpPr/>
            <p:nvPr/>
          </p:nvSpPr>
          <p:spPr>
            <a:xfrm>
              <a:off x="3768131" y="1461477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ADCCE74-4EE8-B622-00B3-51935724F9A2}"/>
                </a:ext>
              </a:extLst>
            </p:cNvPr>
            <p:cNvSpPr/>
            <p:nvPr/>
          </p:nvSpPr>
          <p:spPr>
            <a:xfrm>
              <a:off x="3768131" y="3039824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41407303-B1CC-AF0C-5871-E2EF8BDDA99E}"/>
                </a:ext>
              </a:extLst>
            </p:cNvPr>
            <p:cNvSpPr/>
            <p:nvPr/>
          </p:nvSpPr>
          <p:spPr>
            <a:xfrm>
              <a:off x="3768131" y="4766302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64572B74-34C8-46B4-3FA3-2914FCEDE934}"/>
                </a:ext>
              </a:extLst>
            </p:cNvPr>
            <p:cNvSpPr/>
            <p:nvPr/>
          </p:nvSpPr>
          <p:spPr>
            <a:xfrm>
              <a:off x="5556239" y="3039824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0AAC787F-355A-0FA9-6C93-65B8DABB2869}"/>
                </a:ext>
              </a:extLst>
            </p:cNvPr>
            <p:cNvCxnSpPr>
              <a:stCxn id="37" idx="6"/>
              <a:endCxn id="39" idx="2"/>
            </p:cNvCxnSpPr>
            <p:nvPr/>
          </p:nvCxnSpPr>
          <p:spPr>
            <a:xfrm flipV="1">
              <a:off x="2414953" y="1770185"/>
              <a:ext cx="1353178" cy="1016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CC9C087C-869F-A7C5-CDF2-52686CE3C6A9}"/>
                </a:ext>
              </a:extLst>
            </p:cNvPr>
            <p:cNvCxnSpPr>
              <a:stCxn id="37" idx="6"/>
              <a:endCxn id="40" idx="2"/>
            </p:cNvCxnSpPr>
            <p:nvPr/>
          </p:nvCxnSpPr>
          <p:spPr>
            <a:xfrm>
              <a:off x="2414953" y="2786185"/>
              <a:ext cx="1353178" cy="56234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8D79ECA1-8253-5072-9D7E-CC97B57DF072}"/>
                </a:ext>
              </a:extLst>
            </p:cNvPr>
            <p:cNvCxnSpPr>
              <a:stCxn id="37" idx="6"/>
              <a:endCxn id="41" idx="1"/>
            </p:cNvCxnSpPr>
            <p:nvPr/>
          </p:nvCxnSpPr>
          <p:spPr>
            <a:xfrm>
              <a:off x="2414953" y="2786185"/>
              <a:ext cx="1443596" cy="20705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36C843B9-B2D3-EF4F-2F57-1368CA26093E}"/>
                </a:ext>
              </a:extLst>
            </p:cNvPr>
            <p:cNvCxnSpPr>
              <a:stCxn id="38" idx="6"/>
              <a:endCxn id="39" idx="2"/>
            </p:cNvCxnSpPr>
            <p:nvPr/>
          </p:nvCxnSpPr>
          <p:spPr>
            <a:xfrm flipV="1">
              <a:off x="2414953" y="1770185"/>
              <a:ext cx="1353178" cy="228141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3278F6D7-AC6F-3ACF-1C71-0E327F11A426}"/>
                </a:ext>
              </a:extLst>
            </p:cNvPr>
            <p:cNvCxnSpPr>
              <a:stCxn id="38" idx="6"/>
              <a:endCxn id="40" idx="2"/>
            </p:cNvCxnSpPr>
            <p:nvPr/>
          </p:nvCxnSpPr>
          <p:spPr>
            <a:xfrm flipV="1">
              <a:off x="2414953" y="3348532"/>
              <a:ext cx="1353178" cy="7030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97F07419-9E9F-FC56-2CF5-D78ED1FCF2DA}"/>
                </a:ext>
              </a:extLst>
            </p:cNvPr>
            <p:cNvCxnSpPr>
              <a:stCxn id="38" idx="6"/>
              <a:endCxn id="41" idx="1"/>
            </p:cNvCxnSpPr>
            <p:nvPr/>
          </p:nvCxnSpPr>
          <p:spPr>
            <a:xfrm>
              <a:off x="2414953" y="4051597"/>
              <a:ext cx="1443596" cy="80512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6F2665B8-6A38-7489-FA15-E9E3BC87BD4C}"/>
                </a:ext>
              </a:extLst>
            </p:cNvPr>
            <p:cNvCxnSpPr>
              <a:stCxn id="39" idx="6"/>
              <a:endCxn id="42" idx="1"/>
            </p:cNvCxnSpPr>
            <p:nvPr/>
          </p:nvCxnSpPr>
          <p:spPr>
            <a:xfrm>
              <a:off x="4385546" y="1770185"/>
              <a:ext cx="1261111" cy="136005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83DE44CF-AB80-9416-3E47-23D458E57CD3}"/>
                </a:ext>
              </a:extLst>
            </p:cNvPr>
            <p:cNvCxnSpPr>
              <a:stCxn id="40" idx="6"/>
              <a:endCxn id="42" idx="2"/>
            </p:cNvCxnSpPr>
            <p:nvPr/>
          </p:nvCxnSpPr>
          <p:spPr>
            <a:xfrm>
              <a:off x="4385546" y="3348532"/>
              <a:ext cx="117069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직선 화살표 연결선 50">
              <a:extLst>
                <a:ext uri="{FF2B5EF4-FFF2-40B4-BE49-F238E27FC236}">
                  <a16:creationId xmlns:a16="http://schemas.microsoft.com/office/drawing/2014/main" id="{E5B8E43B-1F63-191F-B055-771467813AEA}"/>
                </a:ext>
              </a:extLst>
            </p:cNvPr>
            <p:cNvCxnSpPr>
              <a:stCxn id="41" idx="6"/>
              <a:endCxn id="42" idx="3"/>
            </p:cNvCxnSpPr>
            <p:nvPr/>
          </p:nvCxnSpPr>
          <p:spPr>
            <a:xfrm flipV="1">
              <a:off x="4385546" y="3566821"/>
              <a:ext cx="1261111" cy="150818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FF308CF-D5D4-E173-07BF-15D511EC99FE}"/>
                    </a:ext>
                  </a:extLst>
                </p:cNvPr>
                <p:cNvSpPr txBox="1"/>
                <p:nvPr/>
              </p:nvSpPr>
              <p:spPr>
                <a:xfrm>
                  <a:off x="2704123" y="1961662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C64B260-C5EA-5D03-57BB-4FD41C79E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123" y="1961662"/>
                  <a:ext cx="446593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19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8294C412-6CD7-5993-368B-7D44C6075CCF}"/>
                    </a:ext>
                  </a:extLst>
                </p:cNvPr>
                <p:cNvSpPr txBox="1"/>
                <p:nvPr/>
              </p:nvSpPr>
              <p:spPr>
                <a:xfrm>
                  <a:off x="3231120" y="2983363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4174738-F09C-0F7C-37B5-5CFB13512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1120" y="2983363"/>
                  <a:ext cx="446593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05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BA511DD4-D108-BAF3-518F-F49750AF2E68}"/>
                    </a:ext>
                  </a:extLst>
                </p:cNvPr>
                <p:cNvSpPr txBox="1"/>
                <p:nvPr/>
              </p:nvSpPr>
              <p:spPr>
                <a:xfrm>
                  <a:off x="3297517" y="4199686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E03BA82-0661-BCEA-1744-A880DDCB88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517" y="4199686"/>
                  <a:ext cx="446593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05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E961BAA9-FEDA-EC8F-E2C3-A9DB8C4024E6}"/>
                    </a:ext>
                  </a:extLst>
                </p:cNvPr>
                <p:cNvSpPr txBox="1"/>
                <p:nvPr/>
              </p:nvSpPr>
              <p:spPr>
                <a:xfrm>
                  <a:off x="3059180" y="2369989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7B957B-FA9D-4D7F-F367-24D7D6602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180" y="2369989"/>
                  <a:ext cx="446593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216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1BAEFBFC-BAD0-5430-5832-B22ED3B91AD5}"/>
                    </a:ext>
                  </a:extLst>
                </p:cNvPr>
                <p:cNvSpPr txBox="1"/>
                <p:nvPr/>
              </p:nvSpPr>
              <p:spPr>
                <a:xfrm>
                  <a:off x="3136751" y="3355486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A126382-055B-CD1C-354D-028542CD9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6751" y="3355486"/>
                  <a:ext cx="446593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2328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E0881DC-3A70-B2AD-0421-709FFF361AAA}"/>
                    </a:ext>
                  </a:extLst>
                </p:cNvPr>
                <p:cNvSpPr txBox="1"/>
                <p:nvPr/>
              </p:nvSpPr>
              <p:spPr>
                <a:xfrm>
                  <a:off x="2918477" y="4308019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62F7582-05BF-1297-3AF2-B67A34FE8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477" y="4308019"/>
                  <a:ext cx="446593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216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94F8CA98-9CFD-8F8C-4C4E-7475A45B89FE}"/>
                    </a:ext>
                  </a:extLst>
                </p:cNvPr>
                <p:cNvSpPr txBox="1"/>
                <p:nvPr/>
              </p:nvSpPr>
              <p:spPr>
                <a:xfrm>
                  <a:off x="3861914" y="1101608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40DB0D2-45AB-851E-71A6-2B7972AE1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1101608"/>
                  <a:ext cx="44659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C98E839-6E04-73A6-8D58-B21E300194E7}"/>
                    </a:ext>
                  </a:extLst>
                </p:cNvPr>
                <p:cNvSpPr txBox="1"/>
                <p:nvPr/>
              </p:nvSpPr>
              <p:spPr>
                <a:xfrm>
                  <a:off x="3861914" y="2691769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0AE8859-4325-3A44-E4F1-8C02F75BC6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2691769"/>
                  <a:ext cx="44659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DD013E41-1FB5-03E1-DCD1-B205FB346E20}"/>
                    </a:ext>
                  </a:extLst>
                </p:cNvPr>
                <p:cNvSpPr txBox="1"/>
                <p:nvPr/>
              </p:nvSpPr>
              <p:spPr>
                <a:xfrm>
                  <a:off x="3861914" y="4449098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FE91ADF-ED52-52FD-3531-02CC69CA1D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4449098"/>
                  <a:ext cx="44659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3A18A3D-E26C-574C-596D-3FED5A1D94FA}"/>
                    </a:ext>
                  </a:extLst>
                </p:cNvPr>
                <p:cNvSpPr txBox="1"/>
                <p:nvPr/>
              </p:nvSpPr>
              <p:spPr>
                <a:xfrm>
                  <a:off x="4945160" y="2244491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C5F8D24-C957-9003-2A13-FEDBFDBDED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5160" y="2244491"/>
                  <a:ext cx="446593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80F181E-92FE-0A02-117F-A228FD944E7B}"/>
                    </a:ext>
                  </a:extLst>
                </p:cNvPr>
                <p:cNvSpPr txBox="1"/>
                <p:nvPr/>
              </p:nvSpPr>
              <p:spPr>
                <a:xfrm>
                  <a:off x="4747241" y="3025592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DB4988D-35F4-758F-AE6E-8A4F6848B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7241" y="3025592"/>
                  <a:ext cx="446593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4BDD1B0-05E7-AC27-6B9D-104C5B1CF213}"/>
                    </a:ext>
                  </a:extLst>
                </p:cNvPr>
                <p:cNvSpPr txBox="1"/>
                <p:nvPr/>
              </p:nvSpPr>
              <p:spPr>
                <a:xfrm>
                  <a:off x="4752316" y="3981831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800" dirty="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F435863-D36A-8FF5-5B5F-430DA723E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316" y="3981831"/>
                  <a:ext cx="446593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연결선: 구부러짐 41">
              <a:extLst>
                <a:ext uri="{FF2B5EF4-FFF2-40B4-BE49-F238E27FC236}">
                  <a16:creationId xmlns:a16="http://schemas.microsoft.com/office/drawing/2014/main" id="{92DD6DEA-95F9-DFE8-B62F-3DC79EC04A5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654650" y="3221619"/>
              <a:ext cx="420593" cy="264192"/>
            </a:xfrm>
            <a:prstGeom prst="curved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11875DF-271F-D100-5676-AE458796D4B0}"/>
                    </a:ext>
                  </a:extLst>
                </p:cNvPr>
                <p:cNvSpPr txBox="1"/>
                <p:nvPr/>
              </p:nvSpPr>
              <p:spPr>
                <a:xfrm>
                  <a:off x="6839268" y="3163865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DDE468F-3EA6-9E48-F6AC-F91952497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9268" y="3163865"/>
                  <a:ext cx="446593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6667" r="-2191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4DD736BD-2181-40D0-E535-047446612DBB}"/>
                </a:ext>
              </a:extLst>
            </p:cNvPr>
            <p:cNvCxnSpPr>
              <a:cxnSpLocks/>
              <a:stCxn id="42" idx="6"/>
              <a:endCxn id="65" idx="1"/>
            </p:cNvCxnSpPr>
            <p:nvPr/>
          </p:nvCxnSpPr>
          <p:spPr>
            <a:xfrm flipV="1">
              <a:off x="6173654" y="3348531"/>
              <a:ext cx="665614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35AAA8AD-7A26-7B99-D1EA-26FD9338CC5E}"/>
                    </a:ext>
                  </a:extLst>
                </p:cNvPr>
                <p:cNvSpPr txBox="1"/>
                <p:nvPr/>
              </p:nvSpPr>
              <p:spPr>
                <a:xfrm>
                  <a:off x="7085202" y="3183766"/>
                  <a:ext cx="169339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(0≤</m:t>
                        </m:r>
                        <m:acc>
                          <m:accPr>
                            <m:chr m:val="̂"/>
                            <m:ctrlPr>
                              <a:rPr lang="en-US" altLang="ko-KR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</m:acc>
                        <m:r>
                          <a:rPr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≤1)</m:t>
                        </m:r>
                      </m:oMath>
                    </m:oMathPara>
                  </a14:m>
                  <a:endParaRPr lang="ko-KR" altLang="en-US" sz="1800">
                    <a:solidFill>
                      <a:srgbClr val="FF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0F7AE0F-99CD-D2D3-9349-011DABED8F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5202" y="3183766"/>
                  <a:ext cx="1693397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6557" b="-131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039361D-9816-6B18-96E1-E47B5ED8002E}"/>
                  </a:ext>
                </a:extLst>
              </p:cNvPr>
              <p:cNvSpPr txBox="1"/>
              <p:nvPr/>
            </p:nvSpPr>
            <p:spPr>
              <a:xfrm>
                <a:off x="8482792" y="3013346"/>
                <a:ext cx="29779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ko-KR" altLang="en-US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𝑚</m:t>
                        </m:r>
                      </m:sub>
                    </m:sSub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=0</m:t>
                    </m:r>
                  </m:oMath>
                </a14:m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𝑐</m:t>
                        </m:r>
                      </m:sub>
                    </m:sSub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=1</m:t>
                    </m:r>
                  </m:oMath>
                </a14:m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0039361D-9816-6B18-96E1-E47B5ED80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2792" y="3013346"/>
                <a:ext cx="2977969" cy="1200329"/>
              </a:xfrm>
              <a:prstGeom prst="rect">
                <a:avLst/>
              </a:prstGeom>
              <a:blipFill>
                <a:blip r:embed="rId19"/>
                <a:stretch>
                  <a:fillRect t="-5263"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Picture 2" descr="Sigmoid 함수 미분 정리">
            <a:extLst>
              <a:ext uri="{FF2B5EF4-FFF2-40B4-BE49-F238E27FC236}">
                <a16:creationId xmlns:a16="http://schemas.microsoft.com/office/drawing/2014/main" id="{9FA64FD5-91B4-0CD9-4F72-704B19A3C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7235" y="4733621"/>
            <a:ext cx="4642340" cy="163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06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093ECF50-7275-8F64-8904-892307072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67FF3C9-518C-EFF2-46E2-F80483232D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정답이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 때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26F92D4-2BD1-BDBF-EF4B-3C14677C1649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BEF9724-C388-24FA-79A7-B1C2E7A882C6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B8B732A-BFEF-1E1E-B5FE-CD8194E24F1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8CBAB133-95E4-A7C8-5DF8-C9289D45BA43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3140B8F-3B83-5640-DC82-93D84978357C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7E2048-010E-98B2-B274-9BAB2A4C3CAB}"/>
                  </a:ext>
                </a:extLst>
              </p:cNvPr>
              <p:cNvSpPr txBox="1"/>
              <p:nvPr/>
            </p:nvSpPr>
            <p:spPr>
              <a:xfrm>
                <a:off x="3981130" y="1743509"/>
                <a:ext cx="29779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ko-KR" altLang="en-US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-&gt;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=0</m:t>
                    </m:r>
                  </m:oMath>
                </a14:m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77E2048-010E-98B2-B274-9BAB2A4C3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30" y="1743509"/>
                <a:ext cx="2977969" cy="461665"/>
              </a:xfrm>
              <a:prstGeom prst="rect">
                <a:avLst/>
              </a:prstGeom>
              <a:blipFill>
                <a:blip r:embed="rId3"/>
                <a:stretch>
                  <a:fillRect t="-13514" b="-270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E2DAD0-A909-E06D-F252-400B4E813D74}"/>
                  </a:ext>
                </a:extLst>
              </p:cNvPr>
              <p:cNvSpPr txBox="1"/>
              <p:nvPr/>
            </p:nvSpPr>
            <p:spPr>
              <a:xfrm>
                <a:off x="3981130" y="2664745"/>
                <a:ext cx="29779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𝑚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↔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3E2DAD0-A909-E06D-F252-400B4E81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30" y="2664745"/>
                <a:ext cx="2977969" cy="461665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F50F1C1-88AC-A7CD-8D2B-7D0FBF7D12A2}"/>
              </a:ext>
            </a:extLst>
          </p:cNvPr>
          <p:cNvSpPr txBox="1"/>
          <p:nvPr/>
        </p:nvSpPr>
        <p:spPr>
          <a:xfrm>
            <a:off x="2595756" y="4360825"/>
            <a:ext cx="5920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둘이 가까운 </a:t>
            </a:r>
            <a:r>
              <a:rPr lang="en-US" altLang="ko-KR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비슷한</a:t>
            </a:r>
            <a:r>
              <a:rPr lang="en-US" altLang="ko-KR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?)</a:t>
            </a:r>
            <a:r>
              <a:rPr lang="ko-KR" altLang="en-US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 값이면 좋겠다</a:t>
            </a:r>
            <a:r>
              <a:rPr lang="en-US" altLang="ko-KR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D5B09B-8CF6-B86C-CE3E-8CB0762A31AB}"/>
                  </a:ext>
                </a:extLst>
              </p:cNvPr>
              <p:cNvSpPr txBox="1"/>
              <p:nvPr/>
            </p:nvSpPr>
            <p:spPr>
              <a:xfrm>
                <a:off x="3981130" y="3601470"/>
                <a:ext cx="29779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𝑚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↔0</m:t>
                      </m:r>
                    </m:oMath>
                  </m:oMathPara>
                </a14:m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D5B09B-8CF6-B86C-CE3E-8CB0762A3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30" y="3601470"/>
                <a:ext cx="2977969" cy="461665"/>
              </a:xfrm>
              <a:prstGeom prst="rect">
                <a:avLst/>
              </a:prstGeom>
              <a:blipFill>
                <a:blip r:embed="rId5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D9B0AB-6901-91B8-4137-C462D1C5FE2D}"/>
                  </a:ext>
                </a:extLst>
              </p:cNvPr>
              <p:cNvSpPr txBox="1"/>
              <p:nvPr/>
            </p:nvSpPr>
            <p:spPr>
              <a:xfrm>
                <a:off x="2595756" y="5282061"/>
                <a:ext cx="5920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−0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을 최소값으로 만드는 경우</a:t>
                </a:r>
                <a:r>
                  <a:rPr lang="en-US" altLang="ko-KR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!!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D9B0AB-6901-91B8-4137-C462D1C5FE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56" y="5282061"/>
                <a:ext cx="5920964" cy="461665"/>
              </a:xfrm>
              <a:prstGeom prst="rect">
                <a:avLst/>
              </a:prstGeom>
              <a:blipFill>
                <a:blip r:embed="rId6"/>
                <a:stretch>
                  <a:fillRect t="-13158"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11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DFA448D-1156-FFD2-9003-AAA7B397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D1DF00C2-746C-C2FA-D116-FFB7E7C6D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정답이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 때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53139492-2316-2F0C-BC49-4EC8A999F74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66C43A-2912-0467-5531-C9B723F123E3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269AFE3-AAF2-22F7-80A9-1C3B78F7D47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4A309F4-3723-D669-8779-1E7A0D3D710A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943ECB5-227C-2DC2-D261-BE1F70AD58BE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8C55ED-EA33-F598-A962-497D14AA1D1F}"/>
                  </a:ext>
                </a:extLst>
              </p:cNvPr>
              <p:cNvSpPr txBox="1"/>
              <p:nvPr/>
            </p:nvSpPr>
            <p:spPr>
              <a:xfrm>
                <a:off x="3981130" y="1743509"/>
                <a:ext cx="29779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-&gt;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=1</m:t>
                    </m:r>
                  </m:oMath>
                </a14:m>
                <a:endParaRPr lang="en-US" altLang="ko-KR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8C55ED-EA33-F598-A962-497D14AA1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30" y="1743509"/>
                <a:ext cx="2977969" cy="461665"/>
              </a:xfrm>
              <a:prstGeom prst="rect">
                <a:avLst/>
              </a:prstGeom>
              <a:blipFill>
                <a:blip r:embed="rId3"/>
                <a:stretch>
                  <a:fillRect t="-13514" b="-270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3B7B09-E199-FBB8-CB70-C62952F6EAE8}"/>
                  </a:ext>
                </a:extLst>
              </p:cNvPr>
              <p:cNvSpPr txBox="1"/>
              <p:nvPr/>
            </p:nvSpPr>
            <p:spPr>
              <a:xfrm>
                <a:off x="3981130" y="2664745"/>
                <a:ext cx="29779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𝑚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↔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3B7B09-E199-FBB8-CB70-C62952F6E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30" y="2664745"/>
                <a:ext cx="2977969" cy="461665"/>
              </a:xfrm>
              <a:prstGeom prst="rect">
                <a:avLst/>
              </a:prstGeom>
              <a:blipFill>
                <a:blip r:embed="rId4"/>
                <a:stretch>
                  <a:fillRect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CB207B7-D678-AA15-7A52-776613CD03FA}"/>
              </a:ext>
            </a:extLst>
          </p:cNvPr>
          <p:cNvSpPr txBox="1"/>
          <p:nvPr/>
        </p:nvSpPr>
        <p:spPr>
          <a:xfrm>
            <a:off x="2595756" y="4360825"/>
            <a:ext cx="59209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둘이 가까운 </a:t>
            </a:r>
            <a:r>
              <a:rPr lang="en-US" altLang="ko-KR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비슷한</a:t>
            </a:r>
            <a:r>
              <a:rPr lang="en-US" altLang="ko-KR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?)</a:t>
            </a:r>
            <a:r>
              <a:rPr lang="ko-KR" altLang="en-US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 값이면 좋겠다</a:t>
            </a:r>
            <a:r>
              <a:rPr lang="en-US" altLang="ko-KR" sz="2400">
                <a:latin typeface="나눔스퀘어" panose="020B0600000101010101" pitchFamily="50" charset="-127"/>
                <a:ea typeface="나눔스퀘어" panose="020B0600000101010101" pitchFamily="50" charset="-127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DAC896-CB59-135D-D9B7-DDDF9CBD2E64}"/>
                  </a:ext>
                </a:extLst>
              </p:cNvPr>
              <p:cNvSpPr txBox="1"/>
              <p:nvPr/>
            </p:nvSpPr>
            <p:spPr>
              <a:xfrm>
                <a:off x="3981130" y="3601470"/>
                <a:ext cx="29779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𝑚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↔1</m:t>
                      </m:r>
                    </m:oMath>
                  </m:oMathPara>
                </a14:m>
                <a:endParaRPr lang="en-US" altLang="ko-KR" sz="24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DAC896-CB59-135D-D9B7-DDDF9CBD2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130" y="3601470"/>
                <a:ext cx="2977969" cy="461665"/>
              </a:xfrm>
              <a:prstGeom prst="rect">
                <a:avLst/>
              </a:prstGeom>
              <a:blipFill>
                <a:blip r:embed="rId5"/>
                <a:stretch>
                  <a:fillRect t="-2632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D20ACB-B55C-CAE9-DDF7-8D7D12C6A700}"/>
                  </a:ext>
                </a:extLst>
              </p:cNvPr>
              <p:cNvSpPr txBox="1"/>
              <p:nvPr/>
            </p:nvSpPr>
            <p:spPr>
              <a:xfrm>
                <a:off x="2595756" y="5282061"/>
                <a:ext cx="592096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을 최소값으로 만드는 경우</a:t>
                </a:r>
                <a:r>
                  <a:rPr lang="en-US" altLang="ko-KR" sz="24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!!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BD20ACB-B55C-CAE9-DDF7-8D7D12C6A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5756" y="5282061"/>
                <a:ext cx="5920964" cy="461665"/>
              </a:xfrm>
              <a:prstGeom prst="rect">
                <a:avLst/>
              </a:prstGeom>
              <a:blipFill>
                <a:blip r:embed="rId6"/>
                <a:stretch>
                  <a:fillRect t="-13158" b="-263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402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5C451A8-46FD-8AC6-AB8E-6022C88C5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AD8FBE37-072C-92A2-7BBB-576111CC50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43E57FEA-38B5-1061-E81B-C861B8D15983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379E32F-0390-C27E-6C56-F8AA76A8570F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812A90B1-7C4E-8243-1286-A586D47DA2CD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126F3C66-6FAA-BC8F-DEB7-774DFBB23890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EA1F1E0-5382-C04C-43FF-80A74740B41E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5AF8E3-058C-6ABF-D5E3-6115036CCA1D}"/>
              </a:ext>
            </a:extLst>
          </p:cNvPr>
          <p:cNvSpPr txBox="1"/>
          <p:nvPr/>
        </p:nvSpPr>
        <p:spPr>
          <a:xfrm>
            <a:off x="2942705" y="1864247"/>
            <a:ext cx="2009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정답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65ADF7-797B-955B-C804-7CB0760F279D}"/>
                  </a:ext>
                </a:extLst>
              </p:cNvPr>
              <p:cNvSpPr txBox="1"/>
              <p:nvPr/>
            </p:nvSpPr>
            <p:spPr>
              <a:xfrm>
                <a:off x="5287282" y="1828526"/>
                <a:ext cx="268179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𝑚</m:t>
                                </m:r>
                              </m:sub>
                            </m:s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−0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2400"/>
                  <a:t> 최소화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65ADF7-797B-955B-C804-7CB0760F2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282" y="1828526"/>
                <a:ext cx="2681793" cy="461665"/>
              </a:xfrm>
              <a:prstGeom prst="rect">
                <a:avLst/>
              </a:prstGeom>
              <a:blipFill>
                <a:blip r:embed="rId3"/>
                <a:stretch>
                  <a:fillRect t="-13514" b="-270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F4550E-F41E-E494-B1F6-06B2E58148F0}"/>
                  </a:ext>
                </a:extLst>
              </p:cNvPr>
              <p:cNvSpPr txBox="1"/>
              <p:nvPr/>
            </p:nvSpPr>
            <p:spPr>
              <a:xfrm>
                <a:off x="9514423" y="5135232"/>
                <a:ext cx="297796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ko-KR" altLang="en-US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𝑚</m:t>
                        </m:r>
                      </m:sub>
                    </m:sSub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=0</m:t>
                    </m:r>
                  </m:oMath>
                </a14:m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𝑥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sz="24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-&gt;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sz="240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𝑐</m:t>
                        </m:r>
                      </m:sub>
                    </m:sSub>
                    <m:r>
                      <a:rPr lang="en-US" altLang="ko-KR" sz="240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=1</m:t>
                    </m:r>
                  </m:oMath>
                </a14:m>
                <a:endParaRPr lang="en-US" altLang="ko-KR" sz="24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DF4550E-F41E-E494-B1F6-06B2E5814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4423" y="5135232"/>
                <a:ext cx="2977969" cy="1200329"/>
              </a:xfrm>
              <a:prstGeom prst="rect">
                <a:avLst/>
              </a:prstGeom>
              <a:blipFill>
                <a:blip r:embed="rId4"/>
                <a:stretch>
                  <a:fillRect t="-5263" b="-105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479358-A3C5-84BC-0B40-E9CD0D6C95B2}"/>
                  </a:ext>
                </a:extLst>
              </p:cNvPr>
              <p:cNvSpPr txBox="1"/>
              <p:nvPr/>
            </p:nvSpPr>
            <p:spPr>
              <a:xfrm>
                <a:off x="3196421" y="3932337"/>
                <a:ext cx="4158899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𝑓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ko-KR" altLang="en-US" sz="2400"/>
                  <a:t> 최소화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2479358-A3C5-84BC-0B40-E9CD0D6C9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6421" y="3932337"/>
                <a:ext cx="4158899" cy="469424"/>
              </a:xfrm>
              <a:prstGeom prst="rect">
                <a:avLst/>
              </a:prstGeom>
              <a:blipFill>
                <a:blip r:embed="rId5"/>
                <a:stretch>
                  <a:fillRect l="-1216" t="-121053" b="-1868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4CC7B8-CB7B-04D0-09D0-4836C6C348CF}"/>
                  </a:ext>
                </a:extLst>
              </p:cNvPr>
              <p:cNvSpPr txBox="1"/>
              <p:nvPr/>
            </p:nvSpPr>
            <p:spPr>
              <a:xfrm>
                <a:off x="5287282" y="2727444"/>
                <a:ext cx="2681793" cy="470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400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2400"/>
                  <a:t> 최소화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4CC7B8-CB7B-04D0-09D0-4836C6C34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282" y="2727444"/>
                <a:ext cx="2681793" cy="470385"/>
              </a:xfrm>
              <a:prstGeom prst="rect">
                <a:avLst/>
              </a:prstGeom>
              <a:blipFill>
                <a:blip r:embed="rId6"/>
                <a:stretch>
                  <a:fillRect t="-12821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화살표: 오른쪽 13">
            <a:extLst>
              <a:ext uri="{FF2B5EF4-FFF2-40B4-BE49-F238E27FC236}">
                <a16:creationId xmlns:a16="http://schemas.microsoft.com/office/drawing/2014/main" id="{AC51D395-31A1-FBE8-43F8-ECA9D60600A7}"/>
              </a:ext>
            </a:extLst>
          </p:cNvPr>
          <p:cNvSpPr/>
          <p:nvPr/>
        </p:nvSpPr>
        <p:spPr>
          <a:xfrm>
            <a:off x="6713904" y="3944484"/>
            <a:ext cx="1094154" cy="4694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69556D-0C2A-CA75-2468-7BF1ED2BF83B}"/>
                  </a:ext>
                </a:extLst>
              </p:cNvPr>
              <p:cNvSpPr txBox="1"/>
              <p:nvPr/>
            </p:nvSpPr>
            <p:spPr>
              <a:xfrm>
                <a:off x="7924730" y="3932337"/>
                <a:ext cx="111344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미</m:t>
                    </m:r>
                  </m:oMath>
                </a14:m>
                <a:r>
                  <a:rPr lang="ko-KR" altLang="en-US" sz="2400"/>
                  <a:t>분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69556D-0C2A-CA75-2468-7BF1ED2BF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4730" y="3932337"/>
                <a:ext cx="1113444" cy="461665"/>
              </a:xfrm>
              <a:prstGeom prst="rect">
                <a:avLst/>
              </a:prstGeom>
              <a:blipFill>
                <a:blip r:embed="rId7"/>
                <a:stretch>
                  <a:fillRect l="-4545"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A0CCBA3D-6FF9-309C-8CAE-20B5D60909BF}"/>
              </a:ext>
            </a:extLst>
          </p:cNvPr>
          <p:cNvSpPr txBox="1"/>
          <p:nvPr/>
        </p:nvSpPr>
        <p:spPr>
          <a:xfrm>
            <a:off x="2942705" y="2831663"/>
            <a:ext cx="2009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정답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endParaRPr lang="ko-KR" altLang="en-US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0073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3F56C48-39D2-62BB-2F45-F81D5880E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086F1BC6-9B2C-5D10-0CFC-2FBA567B31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E94D9E1-BD60-9814-3EFE-820D727C6901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39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723FCB9-91A8-DF09-6B11-63D05F9F78FD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16C9E594-0B7C-D37B-6061-F0D60050F2F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00565ACB-AE7E-B478-18F9-A0FBFF224F61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학습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6906CEA-429D-7A81-3B26-9E11F150835C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62DBD-848A-82F7-6712-68C547FA9DEB}"/>
                  </a:ext>
                </a:extLst>
              </p:cNvPr>
              <p:cNvSpPr txBox="1"/>
              <p:nvPr/>
            </p:nvSpPr>
            <p:spPr>
              <a:xfrm>
                <a:off x="3634165" y="2124775"/>
                <a:ext cx="4158899" cy="4694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𝑓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24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ko-KR" sz="2400" i="1">
                                            <a:latin typeface="Cambria Math" panose="02040503050406030204" pitchFamily="18" charset="0"/>
                                            <a:ea typeface="나눔스퀘어" panose="020B0600000101010101" pitchFamily="50" charset="-127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sz="24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ko-KR" sz="24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ko-KR" altLang="en-US" sz="2400"/>
                  <a:t> 최소화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6E62DBD-848A-82F7-6712-68C547FA9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4165" y="2124775"/>
                <a:ext cx="4158899" cy="469424"/>
              </a:xfrm>
              <a:prstGeom prst="rect">
                <a:avLst/>
              </a:prstGeom>
              <a:blipFill>
                <a:blip r:embed="rId3"/>
                <a:stretch>
                  <a:fillRect t="-123684" b="-1868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917BB-B7A8-678A-E36E-28F750C6527B}"/>
                  </a:ext>
                </a:extLst>
              </p:cNvPr>
              <p:cNvSpPr txBox="1"/>
              <p:nvPr/>
            </p:nvSpPr>
            <p:spPr>
              <a:xfrm>
                <a:off x="2665614" y="3153516"/>
                <a:ext cx="6096002" cy="477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𝑓</m:t>
                    </m:r>
                  </m:oMath>
                </a14:m>
                <a:r>
                  <a:rPr lang="en-US" altLang="ko-KR" sz="2400" dirty="0"/>
                  <a:t>: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3,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,⋯)</m:t>
                    </m:r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2917BB-B7A8-678A-E36E-28F750C65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14" y="3153516"/>
                <a:ext cx="6096002" cy="477888"/>
              </a:xfrm>
              <a:prstGeom prst="rect">
                <a:avLst/>
              </a:prstGeom>
              <a:blipFill>
                <a:blip r:embed="rId4"/>
                <a:stretch>
                  <a:fillRect t="-10256" b="-2051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90742-766B-6905-BC59-07CD3162C59A}"/>
                  </a:ext>
                </a:extLst>
              </p:cNvPr>
              <p:cNvSpPr txBox="1"/>
              <p:nvPr/>
            </p:nvSpPr>
            <p:spPr>
              <a:xfrm>
                <a:off x="2665614" y="4899181"/>
                <a:ext cx="6096002" cy="1595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=⋯=</m:t>
                      </m:r>
                      <m:f>
                        <m:f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sz="2400" dirty="0"/>
              </a:p>
              <a:p>
                <a:pPr algn="ctr"/>
                <a:endParaRPr lang="en-US" altLang="ko-KR" sz="2400" dirty="0"/>
              </a:p>
              <a:p>
                <a:pPr algn="ctr"/>
                <a:r>
                  <a:rPr lang="en-US" altLang="ko-KR" sz="2400" dirty="0"/>
                  <a:t>=&gt;</a:t>
                </a:r>
                <a:r>
                  <a:rPr lang="ko-KR" altLang="en-US" sz="2400" dirty="0"/>
                  <a:t> 연립 방정식의 해 항상 구할 수 있나</a:t>
                </a:r>
                <a:r>
                  <a:rPr lang="en-US" altLang="ko-KR" sz="2400" dirty="0"/>
                  <a:t>?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90742-766B-6905-BC59-07CD3162C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5614" y="4899181"/>
                <a:ext cx="6096002" cy="1595693"/>
              </a:xfrm>
              <a:prstGeom prst="rect">
                <a:avLst/>
              </a:prstGeom>
              <a:blipFill>
                <a:blip r:embed="rId5"/>
                <a:stretch>
                  <a:fillRect b="-78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3257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86167FFE-346C-BAFB-9B13-E13D38571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D53DAA02-4BC7-C7C3-CA79-9C5B0E8328B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직선의 기울기</a:t>
                </a: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+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h</m:t>
                            </m:r>
                          </m:e>
                        </m:d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𝑓</m:t>
                        </m:r>
                        <m:d>
                          <m:d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d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</m:d>
                      </m:num>
                      <m:den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𝑎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h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 −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𝑎</m:t>
                        </m:r>
                      </m:den>
                    </m:f>
                  </m:oMath>
                </a14:m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endParaRPr lang="en-US" altLang="ko-KR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28600" lvl="0" indent="-228600">
                  <a:lnSpc>
                    <a:spcPct val="150000"/>
                  </a:lnSpc>
                  <a:spcBef>
                    <a:spcPts val="0"/>
                  </a:spcBef>
                  <a:buSzPts val="2000"/>
                </a:pPr>
                <a:r>
                  <a:rPr lang="ko-KR" altLang="en-US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기울기 </a:t>
                </a:r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&gt;0, &lt;0, =0</a:t>
                </a:r>
              </a:p>
            </p:txBody>
          </p:sp>
        </mc:Choice>
        <mc:Fallback xmlns="">
          <p:sp>
            <p:nvSpPr>
              <p:cNvPr id="120" name="Google Shape;120;p3">
                <a:extLst>
                  <a:ext uri="{FF2B5EF4-FFF2-40B4-BE49-F238E27FC236}">
                    <a16:creationId xmlns:a16="http://schemas.microsoft.com/office/drawing/2014/main" id="{7EF0EADD-2B97-E411-CC97-4690AED2467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7715" y="1480931"/>
                <a:ext cx="11756570" cy="5255772"/>
              </a:xfrm>
              <a:prstGeom prst="rect">
                <a:avLst/>
              </a:prstGeom>
              <a:blipFill>
                <a:blip r:embed="rId3"/>
                <a:stretch>
                  <a:fillRect l="-5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8E45964-61BC-4090-C8EC-F517566A8E69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ACDFA3A-AE31-20E8-0C12-D217F1AB275A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AEF45ED5-753D-9DC6-DA76-52769C6CB4A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E9C1E843-8AD5-701F-5004-403FEF578CA9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93904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F6E4AB8-5E4A-707A-8AAD-0BB6BE211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A6D1298-DE00-7A51-508C-39A6B432AE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미분의 정의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46F8450-8A76-31AE-E18D-71984BE33BBE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41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9A013BC-3174-D2B9-C983-F7D4D91F13EC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DAF9CCAF-8F3C-AD77-0F5C-C8718AC75F95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29AFBD2-C664-6114-2DE2-F2F040CD5398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7DFBDFA-35E3-3661-7590-E9952E1DAC11}"/>
              </a:ext>
            </a:extLst>
          </p:cNvPr>
          <p:cNvSpPr txBox="1"/>
          <p:nvPr/>
        </p:nvSpPr>
        <p:spPr>
          <a:xfrm>
            <a:off x="2743200" y="177501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030B41-64B5-7312-3377-62C4EC3BC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02" y="1775012"/>
            <a:ext cx="5257800" cy="41021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EC5F3BE-ED1C-A0A1-0807-BB08D9DBE1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19" y="3429000"/>
            <a:ext cx="46609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5559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D52CB02-7BDE-B281-585C-1DBA9595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1BB19F6E-40A7-CAD9-6E58-C55A5E2E69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lnSpc>
                <a:spcPct val="15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미분의 활용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함수의 최대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소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B82E3E5-9DD1-F634-825C-28FBF8BDFE6F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3A725B3-9CFB-B1E6-65EB-80DAC6A3E31E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78699208-8AD2-3893-51ED-1419AB7FA4D6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817471B-3AA3-7316-11B4-B486DEE001F5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미분 기초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0F949B1-3B32-D857-5D96-AE6E49976566}"/>
              </a:ext>
            </a:extLst>
          </p:cNvPr>
          <p:cNvSpPr txBox="1"/>
          <p:nvPr/>
        </p:nvSpPr>
        <p:spPr>
          <a:xfrm>
            <a:off x="2743200" y="1775012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9734C0-1F6F-3586-7E86-DF83A98604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6278039" y="2574036"/>
            <a:ext cx="4536000" cy="3429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8719431-786F-7202-1B58-742832075A6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200"/>
          <a:stretch/>
        </p:blipFill>
        <p:spPr>
          <a:xfrm>
            <a:off x="567565" y="2615184"/>
            <a:ext cx="4536000" cy="334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789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9D90AF8-222F-A32C-2CD4-D727A1C3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D67FF984-C6D7-88D7-5623-E01CAD38AC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C752DDFC-F0BD-E1B5-A188-51DC5297CCBB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98E88A0-BCB8-0FFD-7019-BFAC1C3E561D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714B725D-2B7A-BA65-35AD-DC9BD564A7EE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77DFF376-831B-98E9-6A9A-4D96C54E33CD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경사하강법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70A4FB1-3515-6088-A8F6-362836062E39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왼쪽 대괄호 9">
            <a:extLst>
              <a:ext uri="{FF2B5EF4-FFF2-40B4-BE49-F238E27FC236}">
                <a16:creationId xmlns:a16="http://schemas.microsoft.com/office/drawing/2014/main" id="{AC938B6E-40B1-76EC-4F03-99954C176B14}"/>
              </a:ext>
            </a:extLst>
          </p:cNvPr>
          <p:cNvSpPr/>
          <p:nvPr/>
        </p:nvSpPr>
        <p:spPr>
          <a:xfrm rot="16200000">
            <a:off x="4606926" y="1311281"/>
            <a:ext cx="2978146" cy="4206886"/>
          </a:xfrm>
          <a:prstGeom prst="leftBracket">
            <a:avLst>
              <a:gd name="adj" fmla="val 68696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FA0266F-520D-629E-CF28-D15EDE37D7C5}"/>
              </a:ext>
            </a:extLst>
          </p:cNvPr>
          <p:cNvCxnSpPr/>
          <p:nvPr/>
        </p:nvCxnSpPr>
        <p:spPr>
          <a:xfrm>
            <a:off x="1922466" y="5245101"/>
            <a:ext cx="83470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79DE05-17A4-BEE3-A500-281559A2A587}"/>
                  </a:ext>
                </a:extLst>
              </p:cNvPr>
              <p:cNvSpPr txBox="1"/>
              <p:nvPr/>
            </p:nvSpPr>
            <p:spPr>
              <a:xfrm>
                <a:off x="10287488" y="5076825"/>
                <a:ext cx="589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𝑤</m:t>
                      </m:r>
                    </m:oMath>
                  </m:oMathPara>
                </a14:m>
                <a:endParaRPr lang="ko-KR" altLang="en-US" sz="20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079DE05-17A4-BEE3-A500-281559A2A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488" y="5076825"/>
                <a:ext cx="58957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B533F3-86CA-4423-BA29-CD431E5538A1}"/>
                  </a:ext>
                </a:extLst>
              </p:cNvPr>
              <p:cNvSpPr txBox="1"/>
              <p:nvPr/>
            </p:nvSpPr>
            <p:spPr>
              <a:xfrm>
                <a:off x="323866" y="3651477"/>
                <a:ext cx="2689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𝜂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𝑓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′</m:t>
                      </m:r>
                    </m:oMath>
                  </m:oMathPara>
                </a14:m>
                <a:endParaRPr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B533F3-86CA-4423-BA29-CD431E553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66" y="3651477"/>
                <a:ext cx="2689599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A4889E-7E5F-0362-150D-5A7567E4EF3C}"/>
                  </a:ext>
                </a:extLst>
              </p:cNvPr>
              <p:cNvSpPr txBox="1"/>
              <p:nvPr/>
            </p:nvSpPr>
            <p:spPr>
              <a:xfrm>
                <a:off x="3465861" y="3738672"/>
                <a:ext cx="1053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&lt;0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EA4889E-7E5F-0362-150D-5A7567E4E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861" y="3738672"/>
                <a:ext cx="1053388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20">
            <a:extLst>
              <a:ext uri="{FF2B5EF4-FFF2-40B4-BE49-F238E27FC236}">
                <a16:creationId xmlns:a16="http://schemas.microsoft.com/office/drawing/2014/main" id="{DA70A7E9-B7C0-B0A3-5CE6-B3415384352B}"/>
              </a:ext>
            </a:extLst>
          </p:cNvPr>
          <p:cNvCxnSpPr>
            <a:cxnSpLocks/>
          </p:cNvCxnSpPr>
          <p:nvPr/>
        </p:nvCxnSpPr>
        <p:spPr>
          <a:xfrm>
            <a:off x="3774841" y="2754656"/>
            <a:ext cx="1484788" cy="2366428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직선 연결선 22">
            <a:extLst>
              <a:ext uri="{FF2B5EF4-FFF2-40B4-BE49-F238E27FC236}">
                <a16:creationId xmlns:a16="http://schemas.microsoft.com/office/drawing/2014/main" id="{619BEF09-1250-4F4D-EFD8-F4816E2CDFA9}"/>
              </a:ext>
            </a:extLst>
          </p:cNvPr>
          <p:cNvCxnSpPr>
            <a:cxnSpLocks/>
          </p:cNvCxnSpPr>
          <p:nvPr/>
        </p:nvCxnSpPr>
        <p:spPr>
          <a:xfrm flipH="1">
            <a:off x="7131270" y="2621132"/>
            <a:ext cx="1285886" cy="2373936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DD1444-6AF6-89D0-6D97-9E41D4234ED2}"/>
                  </a:ext>
                </a:extLst>
              </p:cNvPr>
              <p:cNvSpPr txBox="1"/>
              <p:nvPr/>
            </p:nvSpPr>
            <p:spPr>
              <a:xfrm>
                <a:off x="7871650" y="3585940"/>
                <a:ext cx="1053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&gt;0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2DD1444-6AF6-89D0-6D97-9E41D4234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650" y="3585940"/>
                <a:ext cx="1053388" cy="369332"/>
              </a:xfrm>
              <a:prstGeom prst="rect">
                <a:avLst/>
              </a:prstGeom>
              <a:blipFill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14E9667-8CE1-A4D9-459D-A67BBF3902FB}"/>
              </a:ext>
            </a:extLst>
          </p:cNvPr>
          <p:cNvCxnSpPr>
            <a:cxnSpLocks/>
          </p:cNvCxnSpPr>
          <p:nvPr/>
        </p:nvCxnSpPr>
        <p:spPr>
          <a:xfrm>
            <a:off x="4045306" y="2328056"/>
            <a:ext cx="3728907" cy="12578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BE2386C-9F56-5AFE-B933-12D0C4E42520}"/>
              </a:ext>
            </a:extLst>
          </p:cNvPr>
          <p:cNvCxnSpPr>
            <a:cxnSpLocks/>
          </p:cNvCxnSpPr>
          <p:nvPr/>
        </p:nvCxnSpPr>
        <p:spPr>
          <a:xfrm flipH="1">
            <a:off x="4728454" y="3651477"/>
            <a:ext cx="3038941" cy="52547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2762CDB-16FC-65CC-BFE1-47478E8EB505}"/>
              </a:ext>
            </a:extLst>
          </p:cNvPr>
          <p:cNvCxnSpPr>
            <a:cxnSpLocks/>
          </p:cNvCxnSpPr>
          <p:nvPr/>
        </p:nvCxnSpPr>
        <p:spPr>
          <a:xfrm>
            <a:off x="4728454" y="4176954"/>
            <a:ext cx="2294138" cy="4260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3C27DA1-1224-827B-2699-7AEC0500A43E}"/>
              </a:ext>
            </a:extLst>
          </p:cNvPr>
          <p:cNvCxnSpPr>
            <a:cxnSpLocks/>
          </p:cNvCxnSpPr>
          <p:nvPr/>
        </p:nvCxnSpPr>
        <p:spPr>
          <a:xfrm flipH="1">
            <a:off x="5737207" y="4622884"/>
            <a:ext cx="1195166" cy="225891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25EB6F5-58AD-C68C-740C-63C9D065D286}"/>
              </a:ext>
            </a:extLst>
          </p:cNvPr>
          <p:cNvCxnSpPr>
            <a:cxnSpLocks/>
            <a:endCxn id="2" idx="1"/>
          </p:cNvCxnSpPr>
          <p:nvPr/>
        </p:nvCxnSpPr>
        <p:spPr>
          <a:xfrm>
            <a:off x="5832096" y="4890610"/>
            <a:ext cx="263903" cy="131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E1A366-79C0-19DC-1296-3B4365CD31C2}"/>
                  </a:ext>
                </a:extLst>
              </p:cNvPr>
              <p:cNvSpPr txBox="1"/>
              <p:nvPr/>
            </p:nvSpPr>
            <p:spPr>
              <a:xfrm>
                <a:off x="4751198" y="5638267"/>
                <a:ext cx="2689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𝜂</m:t>
                    </m:r>
                  </m:oMath>
                </a14:m>
                <a:r>
                  <a:rPr lang="en-US" altLang="ko-KR" sz="20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</a:t>
                </a:r>
                <a:r>
                  <a:rPr lang="ko-KR" altLang="en-US" sz="20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적당할 때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5E1A366-79C0-19DC-1296-3B4365CD3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198" y="5638267"/>
                <a:ext cx="2689599" cy="400110"/>
              </a:xfrm>
              <a:prstGeom prst="rect">
                <a:avLst/>
              </a:prstGeom>
              <a:blipFill>
                <a:blip r:embed="rId7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08712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4C3408A6-59E8-F09B-2D8A-2EB202465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DB981D3B-13E0-1747-B715-971110A296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E80890BB-EF18-3E97-7FA8-4679D0DFC0E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137494A-38A9-B413-4943-BEABAC3F574B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A498642-B193-8594-CF04-F41ACC667A8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CACDBEC0-A884-D4FA-8AFF-7CC0F3339165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경사하강법</a:t>
              </a:r>
              <a:endParaRPr lang="en-US" altLang="ko-KR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C9DBF88-9DCA-7580-88E8-DA87803511CC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왼쪽 대괄호 9">
            <a:extLst>
              <a:ext uri="{FF2B5EF4-FFF2-40B4-BE49-F238E27FC236}">
                <a16:creationId xmlns:a16="http://schemas.microsoft.com/office/drawing/2014/main" id="{045ACBAC-5C2E-7125-82D1-61A8999A0371}"/>
              </a:ext>
            </a:extLst>
          </p:cNvPr>
          <p:cNvSpPr/>
          <p:nvPr/>
        </p:nvSpPr>
        <p:spPr>
          <a:xfrm rot="16200000">
            <a:off x="4606926" y="1311281"/>
            <a:ext cx="2978146" cy="4206886"/>
          </a:xfrm>
          <a:prstGeom prst="leftBracket">
            <a:avLst>
              <a:gd name="adj" fmla="val 68696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204D0A1-2297-CE30-CB8F-3D167072D61D}"/>
              </a:ext>
            </a:extLst>
          </p:cNvPr>
          <p:cNvCxnSpPr/>
          <p:nvPr/>
        </p:nvCxnSpPr>
        <p:spPr>
          <a:xfrm>
            <a:off x="1922466" y="5245101"/>
            <a:ext cx="834706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47F992-5C47-35B8-097D-464A84EB4A3D}"/>
                  </a:ext>
                </a:extLst>
              </p:cNvPr>
              <p:cNvSpPr txBox="1"/>
              <p:nvPr/>
            </p:nvSpPr>
            <p:spPr>
              <a:xfrm>
                <a:off x="10287488" y="5076825"/>
                <a:ext cx="58957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𝑤</m:t>
                      </m:r>
                    </m:oMath>
                  </m:oMathPara>
                </a14:m>
                <a:endParaRPr lang="ko-KR" altLang="en-US" sz="20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47F992-5C47-35B8-097D-464A84EB4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7488" y="5076825"/>
                <a:ext cx="58957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F8DBA8-9607-D251-0A2F-8B19716ACD2E}"/>
                  </a:ext>
                </a:extLst>
              </p:cNvPr>
              <p:cNvSpPr txBox="1"/>
              <p:nvPr/>
            </p:nvSpPr>
            <p:spPr>
              <a:xfrm>
                <a:off x="3465861" y="3738672"/>
                <a:ext cx="1053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&lt;0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6F8DBA8-9607-D251-0A2F-8B19716AC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861" y="3738672"/>
                <a:ext cx="1053388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직선 연결선 20">
            <a:extLst>
              <a:ext uri="{FF2B5EF4-FFF2-40B4-BE49-F238E27FC236}">
                <a16:creationId xmlns:a16="http://schemas.microsoft.com/office/drawing/2014/main" id="{0175F487-FF0D-C5A0-00AB-EDDF817AD48C}"/>
              </a:ext>
            </a:extLst>
          </p:cNvPr>
          <p:cNvCxnSpPr>
            <a:cxnSpLocks/>
          </p:cNvCxnSpPr>
          <p:nvPr/>
        </p:nvCxnSpPr>
        <p:spPr>
          <a:xfrm>
            <a:off x="3774841" y="2754656"/>
            <a:ext cx="1484788" cy="2366428"/>
          </a:xfrm>
          <a:prstGeom prst="line">
            <a:avLst/>
          </a:prstGeom>
          <a:ln w="190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9C869D2-9A41-E248-7F70-2372A2D6E29E}"/>
              </a:ext>
            </a:extLst>
          </p:cNvPr>
          <p:cNvCxnSpPr>
            <a:cxnSpLocks/>
          </p:cNvCxnSpPr>
          <p:nvPr/>
        </p:nvCxnSpPr>
        <p:spPr>
          <a:xfrm flipH="1">
            <a:off x="7131270" y="2621132"/>
            <a:ext cx="1285886" cy="2373936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448B0C-7767-2528-F163-4524B26A6839}"/>
                  </a:ext>
                </a:extLst>
              </p:cNvPr>
              <p:cNvSpPr txBox="1"/>
              <p:nvPr/>
            </p:nvSpPr>
            <p:spPr>
              <a:xfrm>
                <a:off x="7871650" y="3585940"/>
                <a:ext cx="1053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𝑓</m:t>
                          </m:r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′</m:t>
                          </m:r>
                        </m:sup>
                      </m:sSup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&gt;0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9448B0C-7767-2528-F163-4524B26A6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650" y="3585940"/>
                <a:ext cx="1053388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670475F-BABA-D1F0-AF4A-390DA9399D9D}"/>
              </a:ext>
            </a:extLst>
          </p:cNvPr>
          <p:cNvCxnSpPr>
            <a:cxnSpLocks/>
          </p:cNvCxnSpPr>
          <p:nvPr/>
        </p:nvCxnSpPr>
        <p:spPr>
          <a:xfrm flipV="1">
            <a:off x="5369357" y="4381805"/>
            <a:ext cx="1953158" cy="3647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78C06B3-DB2A-E62E-4065-CF7AE72889CE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4519249" y="3923338"/>
            <a:ext cx="2803266" cy="45846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048C41-2C37-A6E2-DCBF-3E81CAE49502}"/>
              </a:ext>
            </a:extLst>
          </p:cNvPr>
          <p:cNvCxnSpPr>
            <a:cxnSpLocks/>
          </p:cNvCxnSpPr>
          <p:nvPr/>
        </p:nvCxnSpPr>
        <p:spPr>
          <a:xfrm flipV="1">
            <a:off x="4517235" y="2929061"/>
            <a:ext cx="3559140" cy="9680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B30256F-6D94-C3E2-9B0C-B1510B55AFD9}"/>
              </a:ext>
            </a:extLst>
          </p:cNvPr>
          <p:cNvCxnSpPr>
            <a:cxnSpLocks/>
          </p:cNvCxnSpPr>
          <p:nvPr/>
        </p:nvCxnSpPr>
        <p:spPr>
          <a:xfrm flipH="1" flipV="1">
            <a:off x="3966853" y="2087537"/>
            <a:ext cx="4052929" cy="82556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1CB530-E9EE-62E9-773F-80853CFB7EFB}"/>
                  </a:ext>
                </a:extLst>
              </p:cNvPr>
              <p:cNvSpPr txBox="1"/>
              <p:nvPr/>
            </p:nvSpPr>
            <p:spPr>
              <a:xfrm>
                <a:off x="4751198" y="5638267"/>
                <a:ext cx="2689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𝜂</m:t>
                    </m:r>
                  </m:oMath>
                </a14:m>
                <a:r>
                  <a:rPr lang="en-US" altLang="ko-KR" sz="20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:</a:t>
                </a:r>
                <a:r>
                  <a:rPr lang="ko-KR" altLang="en-US" sz="200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과도하게 클 때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61CB530-E9EE-62E9-773F-80853CFB7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198" y="5638267"/>
                <a:ext cx="2689599" cy="400110"/>
              </a:xfrm>
              <a:prstGeom prst="rect">
                <a:avLst/>
              </a:prstGeom>
              <a:blipFill>
                <a:blip r:embed="rId6"/>
                <a:stretch>
                  <a:fillRect t="-9375" b="-2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8E300A-B770-CDBA-C04B-1360DD1AC61F}"/>
                  </a:ext>
                </a:extLst>
              </p:cNvPr>
              <p:cNvSpPr txBox="1"/>
              <p:nvPr/>
            </p:nvSpPr>
            <p:spPr>
              <a:xfrm>
                <a:off x="323866" y="3651477"/>
                <a:ext cx="268959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𝑤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𝜂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⋅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𝑓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′</m:t>
                      </m:r>
                    </m:oMath>
                  </m:oMathPara>
                </a14:m>
                <a:endParaRPr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8E300A-B770-CDBA-C04B-1360DD1AC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66" y="3651477"/>
                <a:ext cx="2689599" cy="400110"/>
              </a:xfrm>
              <a:prstGeom prst="rect">
                <a:avLst/>
              </a:prstGeom>
              <a:blipFill>
                <a:blip r:embed="rId7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48741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0171330-3D4D-BF5B-C61C-3CC1D09B6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1207A667-2F71-A60B-6DF7-EF1A9761A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분류 클래스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(=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종류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여러 개라면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 </a:t>
            </a:r>
          </a:p>
          <a:p>
            <a:pPr marL="228600" indent="-228600">
              <a:lnSpc>
                <a:spcPct val="130000"/>
              </a:lnSpc>
              <a:spcBef>
                <a:spcPts val="0"/>
              </a:spcBef>
              <a:buSzPts val="2000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기존에 사용한 방법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처럼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y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값을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0 ~ 9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사이의 값으로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출력하는게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좋을지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??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79150A6-978E-E1CA-47E8-D929355F5C1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CF5F3E6-0C7D-4BA8-4DED-25CAB0BA0131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3141B092-C831-5A59-D285-A233834CFF0D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7162984-8D63-8E1B-A0D9-1484E0AE9B6A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 분류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127DEFF-DE86-A99B-ACC5-9E3149162640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134C5DD-4176-0E69-B0F8-40AE341E7FF5}"/>
              </a:ext>
            </a:extLst>
          </p:cNvPr>
          <p:cNvGrpSpPr/>
          <p:nvPr/>
        </p:nvGrpSpPr>
        <p:grpSpPr>
          <a:xfrm>
            <a:off x="1392873" y="2454594"/>
            <a:ext cx="8866084" cy="4282109"/>
            <a:chOff x="1797538" y="1101608"/>
            <a:chExt cx="8866084" cy="428210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229EBF4E-AE63-3FE4-43DF-06185023B665}"/>
                    </a:ext>
                  </a:extLst>
                </p:cNvPr>
                <p:cNvSpPr/>
                <p:nvPr/>
              </p:nvSpPr>
              <p:spPr>
                <a:xfrm>
                  <a:off x="1797538" y="2477477"/>
                  <a:ext cx="617415" cy="61741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00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타원 3">
                  <a:extLst>
                    <a:ext uri="{FF2B5EF4-FFF2-40B4-BE49-F238E27FC236}">
                      <a16:creationId xmlns:a16="http://schemas.microsoft.com/office/drawing/2014/main" id="{A6D2E78E-F368-0E95-B34B-2CFC0B08277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538" y="2477477"/>
                  <a:ext cx="617415" cy="617415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타원 8">
                  <a:extLst>
                    <a:ext uri="{FF2B5EF4-FFF2-40B4-BE49-F238E27FC236}">
                      <a16:creationId xmlns:a16="http://schemas.microsoft.com/office/drawing/2014/main" id="{CE7B30D6-528C-B8A0-E11D-641E8095CF97}"/>
                    </a:ext>
                  </a:extLst>
                </p:cNvPr>
                <p:cNvSpPr/>
                <p:nvPr/>
              </p:nvSpPr>
              <p:spPr>
                <a:xfrm>
                  <a:off x="1797538" y="3742889"/>
                  <a:ext cx="617415" cy="617415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00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타원 4">
                  <a:extLst>
                    <a:ext uri="{FF2B5EF4-FFF2-40B4-BE49-F238E27FC236}">
                      <a16:creationId xmlns:a16="http://schemas.microsoft.com/office/drawing/2014/main" id="{580A4C9C-3075-0754-7E78-92E7F0CC46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7538" y="3742889"/>
                  <a:ext cx="617415" cy="617415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01CE728C-DF38-E915-EAC2-49617B24EEB8}"/>
                </a:ext>
              </a:extLst>
            </p:cNvPr>
            <p:cNvSpPr/>
            <p:nvPr/>
          </p:nvSpPr>
          <p:spPr>
            <a:xfrm>
              <a:off x="3768131" y="1461477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0CDF270-EB08-6990-C6F9-0D7DB4EBD452}"/>
                </a:ext>
              </a:extLst>
            </p:cNvPr>
            <p:cNvSpPr/>
            <p:nvPr/>
          </p:nvSpPr>
          <p:spPr>
            <a:xfrm>
              <a:off x="3768131" y="3039824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91BA1BA-24F4-48CA-8519-EB8D3FE0D308}"/>
                </a:ext>
              </a:extLst>
            </p:cNvPr>
            <p:cNvSpPr/>
            <p:nvPr/>
          </p:nvSpPr>
          <p:spPr>
            <a:xfrm>
              <a:off x="3768131" y="4766302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80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FB0D9DF7-328A-D737-EE37-FCA64039E0DB}"/>
                </a:ext>
              </a:extLst>
            </p:cNvPr>
            <p:cNvSpPr/>
            <p:nvPr/>
          </p:nvSpPr>
          <p:spPr>
            <a:xfrm>
              <a:off x="5556239" y="3039824"/>
              <a:ext cx="617415" cy="61741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1D63612-A1E5-19F9-B42C-3CDB5F4884B6}"/>
                </a:ext>
              </a:extLst>
            </p:cNvPr>
            <p:cNvCxnSpPr>
              <a:stCxn id="7" idx="6"/>
              <a:endCxn id="10" idx="2"/>
            </p:cNvCxnSpPr>
            <p:nvPr/>
          </p:nvCxnSpPr>
          <p:spPr>
            <a:xfrm flipV="1">
              <a:off x="2414953" y="1770185"/>
              <a:ext cx="1353178" cy="101600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D92ACC4-C0C0-C456-976C-52D12EA308E4}"/>
                </a:ext>
              </a:extLst>
            </p:cNvPr>
            <p:cNvCxnSpPr>
              <a:stCxn id="7" idx="6"/>
              <a:endCxn id="11" idx="2"/>
            </p:cNvCxnSpPr>
            <p:nvPr/>
          </p:nvCxnSpPr>
          <p:spPr>
            <a:xfrm>
              <a:off x="2414953" y="2786185"/>
              <a:ext cx="1353178" cy="56234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4217D3F8-4681-E318-2CAE-52A6C6E53884}"/>
                </a:ext>
              </a:extLst>
            </p:cNvPr>
            <p:cNvCxnSpPr>
              <a:stCxn id="7" idx="6"/>
              <a:endCxn id="12" idx="1"/>
            </p:cNvCxnSpPr>
            <p:nvPr/>
          </p:nvCxnSpPr>
          <p:spPr>
            <a:xfrm>
              <a:off x="2414953" y="2786185"/>
              <a:ext cx="1443596" cy="20705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A9CACFE0-BDF1-3DFD-8EEF-9DCBD8988BA0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 flipV="1">
              <a:off x="2414953" y="1770185"/>
              <a:ext cx="1353178" cy="228141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AA999C76-97FC-54D9-5269-EDA8A30AC58C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 flipV="1">
              <a:off x="2414953" y="3348532"/>
              <a:ext cx="1353178" cy="7030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B4703020-360F-6234-09D3-F127062B3659}"/>
                </a:ext>
              </a:extLst>
            </p:cNvPr>
            <p:cNvCxnSpPr>
              <a:stCxn id="9" idx="6"/>
              <a:endCxn id="12" idx="1"/>
            </p:cNvCxnSpPr>
            <p:nvPr/>
          </p:nvCxnSpPr>
          <p:spPr>
            <a:xfrm>
              <a:off x="2414953" y="4051597"/>
              <a:ext cx="1443596" cy="80512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D23B9A03-F5BC-1EFD-54D0-B375AA1D68C0}"/>
                </a:ext>
              </a:extLst>
            </p:cNvPr>
            <p:cNvCxnSpPr>
              <a:stCxn id="10" idx="6"/>
              <a:endCxn id="14" idx="1"/>
            </p:cNvCxnSpPr>
            <p:nvPr/>
          </p:nvCxnSpPr>
          <p:spPr>
            <a:xfrm>
              <a:off x="4385546" y="1770185"/>
              <a:ext cx="1261111" cy="136005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54CD5100-F389-D6C9-D2E5-01CDCFCC6E99}"/>
                </a:ext>
              </a:extLst>
            </p:cNvPr>
            <p:cNvCxnSpPr>
              <a:stCxn id="11" idx="6"/>
              <a:endCxn id="14" idx="2"/>
            </p:cNvCxnSpPr>
            <p:nvPr/>
          </p:nvCxnSpPr>
          <p:spPr>
            <a:xfrm>
              <a:off x="4385546" y="3348532"/>
              <a:ext cx="117069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855C3960-C1DD-AACF-508F-E808762D0990}"/>
                </a:ext>
              </a:extLst>
            </p:cNvPr>
            <p:cNvCxnSpPr>
              <a:stCxn id="12" idx="6"/>
              <a:endCxn id="14" idx="3"/>
            </p:cNvCxnSpPr>
            <p:nvPr/>
          </p:nvCxnSpPr>
          <p:spPr>
            <a:xfrm flipV="1">
              <a:off x="4385546" y="3566821"/>
              <a:ext cx="1261111" cy="150818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C706CD5A-B002-B543-A194-FE673E10EFE8}"/>
                    </a:ext>
                  </a:extLst>
                </p:cNvPr>
                <p:cNvSpPr txBox="1"/>
                <p:nvPr/>
              </p:nvSpPr>
              <p:spPr>
                <a:xfrm>
                  <a:off x="2704123" y="1961662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6C64B260-C5EA-5D03-57BB-4FD41C79E6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4123" y="1961662"/>
                  <a:ext cx="446593" cy="381515"/>
                </a:xfrm>
                <a:prstGeom prst="rect">
                  <a:avLst/>
                </a:prstGeom>
                <a:blipFill>
                  <a:blip r:embed="rId5"/>
                  <a:stretch>
                    <a:fillRect r="-219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EB9FF877-DF58-67D8-9009-A61385F99561}"/>
                    </a:ext>
                  </a:extLst>
                </p:cNvPr>
                <p:cNvSpPr txBox="1"/>
                <p:nvPr/>
              </p:nvSpPr>
              <p:spPr>
                <a:xfrm>
                  <a:off x="3231120" y="2983363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4174738-F09C-0F7C-37B5-5CFB13512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31120" y="2983363"/>
                  <a:ext cx="446593" cy="381515"/>
                </a:xfrm>
                <a:prstGeom prst="rect">
                  <a:avLst/>
                </a:prstGeom>
                <a:blipFill>
                  <a:blip r:embed="rId6"/>
                  <a:stretch>
                    <a:fillRect r="-205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13C2700F-8906-8AAC-16A6-278F2F6F7C0A}"/>
                    </a:ext>
                  </a:extLst>
                </p:cNvPr>
                <p:cNvSpPr txBox="1"/>
                <p:nvPr/>
              </p:nvSpPr>
              <p:spPr>
                <a:xfrm>
                  <a:off x="3297517" y="4199686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1,3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8E03BA82-0661-BCEA-1744-A880DDCB88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97517" y="4199686"/>
                  <a:ext cx="446593" cy="381515"/>
                </a:xfrm>
                <a:prstGeom prst="rect">
                  <a:avLst/>
                </a:prstGeom>
                <a:blipFill>
                  <a:blip r:embed="rId7"/>
                  <a:stretch>
                    <a:fillRect r="-2054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378225F-CB2A-FE01-80A7-19296C415D63}"/>
                    </a:ext>
                  </a:extLst>
                </p:cNvPr>
                <p:cNvSpPr txBox="1"/>
                <p:nvPr/>
              </p:nvSpPr>
              <p:spPr>
                <a:xfrm>
                  <a:off x="3059180" y="2369989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D67B957B-FA9D-4D7F-F367-24D7D6602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9180" y="2369989"/>
                  <a:ext cx="446593" cy="381515"/>
                </a:xfrm>
                <a:prstGeom prst="rect">
                  <a:avLst/>
                </a:prstGeom>
                <a:blipFill>
                  <a:blip r:embed="rId8"/>
                  <a:stretch>
                    <a:fillRect r="-216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9A9F06B5-4935-15A5-B7AD-FFC6B3F1BE15}"/>
                    </a:ext>
                  </a:extLst>
                </p:cNvPr>
                <p:cNvSpPr txBox="1"/>
                <p:nvPr/>
              </p:nvSpPr>
              <p:spPr>
                <a:xfrm>
                  <a:off x="3136751" y="3355486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A126382-055B-CD1C-354D-028542CD9A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6751" y="3355486"/>
                  <a:ext cx="446593" cy="381515"/>
                </a:xfrm>
                <a:prstGeom prst="rect">
                  <a:avLst/>
                </a:prstGeom>
                <a:blipFill>
                  <a:blip r:embed="rId9"/>
                  <a:stretch>
                    <a:fillRect r="-2328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79AC4704-8179-39FC-AE12-A0E620C88A84}"/>
                    </a:ext>
                  </a:extLst>
                </p:cNvPr>
                <p:cNvSpPr txBox="1"/>
                <p:nvPr/>
              </p:nvSpPr>
              <p:spPr>
                <a:xfrm>
                  <a:off x="2918477" y="4308019"/>
                  <a:ext cx="446593" cy="381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2,3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162F7582-05BF-1297-3AF2-B67A34FE8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477" y="4308019"/>
                  <a:ext cx="446593" cy="381515"/>
                </a:xfrm>
                <a:prstGeom prst="rect">
                  <a:avLst/>
                </a:prstGeom>
                <a:blipFill>
                  <a:blip r:embed="rId10"/>
                  <a:stretch>
                    <a:fillRect r="-2162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8A421B0E-6CE3-606B-0FC6-09230C1140BE}"/>
                    </a:ext>
                  </a:extLst>
                </p:cNvPr>
                <p:cNvSpPr txBox="1"/>
                <p:nvPr/>
              </p:nvSpPr>
              <p:spPr>
                <a:xfrm>
                  <a:off x="3861914" y="1101608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40DB0D2-45AB-851E-71A6-2B7972AE19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1101608"/>
                  <a:ext cx="44659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184359D1-600B-D160-0EC8-ED0F3B7E30AE}"/>
                    </a:ext>
                  </a:extLst>
                </p:cNvPr>
                <p:cNvSpPr txBox="1"/>
                <p:nvPr/>
              </p:nvSpPr>
              <p:spPr>
                <a:xfrm>
                  <a:off x="3861914" y="2691769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0AE8859-4325-3A44-E4F1-8C02F75BC6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2691769"/>
                  <a:ext cx="44659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74970AEB-20AD-D9F4-4BA0-A61EEEF4F40E}"/>
                    </a:ext>
                  </a:extLst>
                </p:cNvPr>
                <p:cNvSpPr txBox="1"/>
                <p:nvPr/>
              </p:nvSpPr>
              <p:spPr>
                <a:xfrm>
                  <a:off x="3861914" y="4449098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5FE91ADF-ED52-52FD-3531-02CC69CA1D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1914" y="4449098"/>
                  <a:ext cx="44659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2AE05D09-88F3-04B0-52AC-DC4BD59E2FBD}"/>
                    </a:ext>
                  </a:extLst>
                </p:cNvPr>
                <p:cNvSpPr txBox="1"/>
                <p:nvPr/>
              </p:nvSpPr>
              <p:spPr>
                <a:xfrm>
                  <a:off x="4945160" y="2244491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C5F8D24-C957-9003-2A13-FEDBFDBDED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5160" y="2244491"/>
                  <a:ext cx="446593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3FEDA2BA-E958-D88F-7321-603D0C902014}"/>
                    </a:ext>
                  </a:extLst>
                </p:cNvPr>
                <p:cNvSpPr txBox="1"/>
                <p:nvPr/>
              </p:nvSpPr>
              <p:spPr>
                <a:xfrm>
                  <a:off x="4747241" y="3025592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4DB4988D-35F4-758F-AE6E-8A4F6848B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7241" y="3025592"/>
                  <a:ext cx="446593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BEBA9664-6F24-25A3-CA40-53D53B298ACD}"/>
                    </a:ext>
                  </a:extLst>
                </p:cNvPr>
                <p:cNvSpPr txBox="1"/>
                <p:nvPr/>
              </p:nvSpPr>
              <p:spPr>
                <a:xfrm>
                  <a:off x="4752316" y="3981831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0F435863-D36A-8FF5-5B5F-430DA723E8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52316" y="3981831"/>
                  <a:ext cx="446593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연결선: 구부러짐 44">
              <a:extLst>
                <a:ext uri="{FF2B5EF4-FFF2-40B4-BE49-F238E27FC236}">
                  <a16:creationId xmlns:a16="http://schemas.microsoft.com/office/drawing/2014/main" id="{1A1A9072-9AAD-8AE1-7FFB-DB8FB5F9A46F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5654650" y="3221619"/>
              <a:ext cx="420593" cy="264192"/>
            </a:xfrm>
            <a:prstGeom prst="curvedConnector3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2D26E6AE-085B-BC75-2032-E6F29DD775C1}"/>
                    </a:ext>
                  </a:extLst>
                </p:cNvPr>
                <p:cNvSpPr txBox="1"/>
                <p:nvPr/>
              </p:nvSpPr>
              <p:spPr>
                <a:xfrm>
                  <a:off x="6839268" y="3163865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FDDE468F-3EA6-9E48-F6AC-F91952497D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9268" y="3163865"/>
                  <a:ext cx="446593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6667" r="-21918"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F84E3629-F828-7AD9-0BB0-B75186006D40}"/>
                </a:ext>
              </a:extLst>
            </p:cNvPr>
            <p:cNvCxnSpPr>
              <a:cxnSpLocks/>
              <a:stCxn id="14" idx="6"/>
              <a:endCxn id="47" idx="1"/>
            </p:cNvCxnSpPr>
            <p:nvPr/>
          </p:nvCxnSpPr>
          <p:spPr>
            <a:xfrm flipV="1">
              <a:off x="6173654" y="3348531"/>
              <a:ext cx="665614" cy="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A1DD78F-BC00-15CC-E0AA-B41CF769333E}"/>
                    </a:ext>
                  </a:extLst>
                </p:cNvPr>
                <p:cNvSpPr txBox="1"/>
                <p:nvPr/>
              </p:nvSpPr>
              <p:spPr>
                <a:xfrm>
                  <a:off x="6177529" y="4051596"/>
                  <a:ext cx="133055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0≤</m:t>
                        </m:r>
                        <m:acc>
                          <m:accPr>
                            <m:chr m:val="̂"/>
                            <m:ctrlPr>
                              <a:rPr lang="en-US" altLang="ko-KR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accPr>
                          <m:e>
                            <m:r>
                              <a:rPr lang="en-US" altLang="ko-KR" sz="1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</m:acc>
                        <m:r>
                          <a:rPr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≤9</m:t>
                        </m:r>
                      </m:oMath>
                    </m:oMathPara>
                  </a14:m>
                  <a:endParaRPr lang="ko-KR" altLang="en-US" sz="1800">
                    <a:solidFill>
                      <a:srgbClr val="FF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FB074435-6CFB-E056-5A4B-23215342B9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7529" y="4051596"/>
                  <a:ext cx="1330558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6557" b="-655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6C0ACBD-A598-9C84-FBE2-E62AE86F9CCC}"/>
                    </a:ext>
                  </a:extLst>
                </p:cNvPr>
                <p:cNvSpPr txBox="1"/>
                <p:nvPr/>
              </p:nvSpPr>
              <p:spPr>
                <a:xfrm>
                  <a:off x="8342847" y="3170435"/>
                  <a:ext cx="44659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8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</m:oMath>
                    </m:oMathPara>
                  </a14:m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0093C47-0E92-B834-7041-9AFE4F8F3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2847" y="3170435"/>
                  <a:ext cx="446593" cy="369332"/>
                </a:xfrm>
                <a:prstGeom prst="rect">
                  <a:avLst/>
                </a:prstGeom>
                <a:blipFill>
                  <a:blip r:embed="rId1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616F9A87-F16C-55D4-D579-339CCC011F4D}"/>
                    </a:ext>
                  </a:extLst>
                </p:cNvPr>
                <p:cNvSpPr txBox="1"/>
                <p:nvPr/>
              </p:nvSpPr>
              <p:spPr>
                <a:xfrm>
                  <a:off x="8744004" y="3981831"/>
                  <a:ext cx="19196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𝑦</m:t>
                        </m:r>
                        <m:r>
                          <a:rPr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∈{0,1,2,⋯9}</m:t>
                        </m:r>
                      </m:oMath>
                    </m:oMathPara>
                  </a14:m>
                  <a:endParaRPr lang="ko-KR" altLang="en-US" sz="1800">
                    <a:solidFill>
                      <a:srgbClr val="FF0000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355BFA64-99F7-A8BC-C30C-4CA79BE629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44004" y="3981831"/>
                  <a:ext cx="1919618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6A05675B-2BFC-6E4B-CBC7-6DCFC497C8E1}"/>
                    </a:ext>
                  </a:extLst>
                </p:cNvPr>
                <p:cNvSpPr txBox="1"/>
                <p:nvPr/>
              </p:nvSpPr>
              <p:spPr>
                <a:xfrm>
                  <a:off x="6955857" y="2664538"/>
                  <a:ext cx="1793447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</m:t>
                              </m:r>
                              <m:acc>
                                <m:accPr>
                                  <m:chr m:val="̂"/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2</m:t>
                          </m:r>
                        </m:sup>
                      </m:sSup>
                      <m:r>
                        <a:rPr lang="ko-KR" altLang="en-US" sz="1800" i="1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의</m:t>
                      </m:r>
                    </m:oMath>
                  </a14:m>
                  <a:r>
                    <a:rPr lang="ko-KR" altLang="en-US" sz="180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 최소</a:t>
                  </a:r>
                  <a:r>
                    <a:rPr lang="en-US" altLang="ko-KR" sz="1800"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?</a:t>
                  </a:r>
                  <a:endParaRPr lang="ko-KR" altLang="en-US" sz="1800"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92E88358-FB84-6E91-7DA4-62A4DFA8E7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55857" y="2664538"/>
                  <a:ext cx="1793447" cy="369332"/>
                </a:xfrm>
                <a:prstGeom prst="rect">
                  <a:avLst/>
                </a:prstGeom>
                <a:blipFill>
                  <a:blip r:embed="rId21"/>
                  <a:stretch>
                    <a:fillRect t="-8333" r="-9184" b="-2833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화살표: 왼쪽/오른쪽 57">
            <a:extLst>
              <a:ext uri="{FF2B5EF4-FFF2-40B4-BE49-F238E27FC236}">
                <a16:creationId xmlns:a16="http://schemas.microsoft.com/office/drawing/2014/main" id="{DCE80500-3E11-D275-282A-6F478669D866}"/>
              </a:ext>
            </a:extLst>
          </p:cNvPr>
          <p:cNvSpPr/>
          <p:nvPr/>
        </p:nvSpPr>
        <p:spPr>
          <a:xfrm>
            <a:off x="6938718" y="4601314"/>
            <a:ext cx="941942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74557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F837D1E-ACF8-C1C9-7921-10176E59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138A5AC6-A686-B4CB-08ED-D4B27AD0EA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ACF1C12-BF9A-558B-06EC-81AD61B0B3AB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7B22F0C-C015-F6AA-AA0B-0EB055299075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350E13EE-90C6-A5A4-6784-495CFCBF6F7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B76E954C-F048-5F3D-5218-F72FA4DC871A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 분류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47304E9-965A-DB0A-B340-70270DFB3F17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Picture 4" descr="강아지 사진 | Freepik">
            <a:extLst>
              <a:ext uri="{FF2B5EF4-FFF2-40B4-BE49-F238E27FC236}">
                <a16:creationId xmlns:a16="http://schemas.microsoft.com/office/drawing/2014/main" id="{9BCE21B7-09DE-F7BB-4A30-97CA74B125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0" t="34539" r="28906"/>
          <a:stretch/>
        </p:blipFill>
        <p:spPr bwMode="auto">
          <a:xfrm>
            <a:off x="560485" y="3263091"/>
            <a:ext cx="773214" cy="95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6F846B42-72F8-266D-921D-35C7D6FCD0F9}"/>
              </a:ext>
            </a:extLst>
          </p:cNvPr>
          <p:cNvSpPr/>
          <p:nvPr/>
        </p:nvSpPr>
        <p:spPr>
          <a:xfrm>
            <a:off x="3363466" y="178305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BE1D88E-AB13-9933-8098-7A05D9F4D989}"/>
              </a:ext>
            </a:extLst>
          </p:cNvPr>
          <p:cNvSpPr/>
          <p:nvPr/>
        </p:nvSpPr>
        <p:spPr>
          <a:xfrm>
            <a:off x="3363466" y="3361401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0B219DCC-1134-1985-AF68-40B151E3DEDE}"/>
              </a:ext>
            </a:extLst>
          </p:cNvPr>
          <p:cNvSpPr/>
          <p:nvPr/>
        </p:nvSpPr>
        <p:spPr>
          <a:xfrm>
            <a:off x="3363466" y="50878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277C811-A9B3-595B-9BD8-0DF816D114E4}"/>
              </a:ext>
            </a:extLst>
          </p:cNvPr>
          <p:cNvSpPr/>
          <p:nvPr/>
        </p:nvSpPr>
        <p:spPr>
          <a:xfrm>
            <a:off x="5867671" y="950275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8567C60-1572-6F78-1013-719A25AC8AAC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2010288" y="2091762"/>
            <a:ext cx="1353178" cy="1016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DAB4B7C-5558-536E-1AC0-85E679453D7E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2010288" y="3107762"/>
            <a:ext cx="1353178" cy="5623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111D1A8-C74C-A723-B681-AB0112D73308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10288" y="3107762"/>
            <a:ext cx="1443596" cy="20705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F08036F-05CD-5938-F321-C2759DE2DA72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2010288" y="2091762"/>
            <a:ext cx="1353178" cy="22814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F9EF585-88A5-D55E-A90E-7C0CB69F5890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010288" y="3670109"/>
            <a:ext cx="1353178" cy="70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858C21B5-4AFA-E4C2-EA4E-C82A8E9D4230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10288" y="4373174"/>
            <a:ext cx="1443596" cy="8051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CCB022B6-7FCE-1688-C649-1054F783BFBD}"/>
              </a:ext>
            </a:extLst>
          </p:cNvPr>
          <p:cNvCxnSpPr>
            <a:cxnSpLocks/>
            <a:stCxn id="4" idx="6"/>
            <a:endCxn id="21" idx="2"/>
          </p:cNvCxnSpPr>
          <p:nvPr/>
        </p:nvCxnSpPr>
        <p:spPr>
          <a:xfrm flipV="1">
            <a:off x="3980881" y="1258983"/>
            <a:ext cx="1886790" cy="8327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D2E1674-3D47-A2EE-931B-660BBC22C90F}"/>
              </a:ext>
            </a:extLst>
          </p:cNvPr>
          <p:cNvCxnSpPr>
            <a:cxnSpLocks/>
            <a:stCxn id="5" idx="6"/>
            <a:endCxn id="58" idx="2"/>
          </p:cNvCxnSpPr>
          <p:nvPr/>
        </p:nvCxnSpPr>
        <p:spPr>
          <a:xfrm flipV="1">
            <a:off x="3980881" y="3244108"/>
            <a:ext cx="1892982" cy="4260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742DB233-6518-3F05-5C87-561075A58726}"/>
              </a:ext>
            </a:extLst>
          </p:cNvPr>
          <p:cNvCxnSpPr>
            <a:cxnSpLocks/>
            <a:stCxn id="13" idx="6"/>
            <a:endCxn id="59" idx="2"/>
          </p:cNvCxnSpPr>
          <p:nvPr/>
        </p:nvCxnSpPr>
        <p:spPr>
          <a:xfrm>
            <a:off x="3980881" y="5396587"/>
            <a:ext cx="1886790" cy="4559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FAD47DD-E925-3947-E21A-6022581067A3}"/>
                  </a:ext>
                </a:extLst>
              </p:cNvPr>
              <p:cNvSpPr txBox="1"/>
              <p:nvPr/>
            </p:nvSpPr>
            <p:spPr>
              <a:xfrm>
                <a:off x="6473130" y="28478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FAD47DD-E925-3947-E21A-602258106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130" y="284784"/>
                <a:ext cx="446593" cy="523220"/>
              </a:xfrm>
              <a:prstGeom prst="rect">
                <a:avLst/>
              </a:prstGeom>
              <a:blipFill>
                <a:blip r:embed="rId4"/>
                <a:stretch>
                  <a:fillRect t="-4762"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3921460-3700-CE0C-B4E5-B2946ED8405B}"/>
                  </a:ext>
                </a:extLst>
              </p:cNvPr>
              <p:cNvSpPr txBox="1"/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3921460-3700-CE0C-B4E5-B2946ED84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화살표: 왼쪽/오른쪽 57">
            <a:extLst>
              <a:ext uri="{FF2B5EF4-FFF2-40B4-BE49-F238E27FC236}">
                <a16:creationId xmlns:a16="http://schemas.microsoft.com/office/drawing/2014/main" id="{E83A4994-6101-A6AA-0186-3C2A5F6E6CFF}"/>
              </a:ext>
            </a:extLst>
          </p:cNvPr>
          <p:cNvSpPr/>
          <p:nvPr/>
        </p:nvSpPr>
        <p:spPr>
          <a:xfrm>
            <a:off x="8139554" y="1239310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CEDC055E-72A1-C5A6-ABF3-77614898DDAB}"/>
              </a:ext>
            </a:extLst>
          </p:cNvPr>
          <p:cNvSpPr/>
          <p:nvPr/>
        </p:nvSpPr>
        <p:spPr>
          <a:xfrm>
            <a:off x="5867671" y="1895746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0AE309F-23B1-4483-4D83-185D0409F056}"/>
              </a:ext>
            </a:extLst>
          </p:cNvPr>
          <p:cNvSpPr/>
          <p:nvPr/>
        </p:nvSpPr>
        <p:spPr>
          <a:xfrm>
            <a:off x="5873863" y="29354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62F3E652-369C-3304-01A0-29A2128B84EB}"/>
              </a:ext>
            </a:extLst>
          </p:cNvPr>
          <p:cNvSpPr/>
          <p:nvPr/>
        </p:nvSpPr>
        <p:spPr>
          <a:xfrm>
            <a:off x="5867671" y="554380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C1EAFD3-E65F-94AD-A26A-57E6C1E23C45}"/>
                  </a:ext>
                </a:extLst>
              </p:cNvPr>
              <p:cNvSpPr txBox="1"/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⋮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CC1EAFD3-E65F-94AD-A26A-57E6C1E23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ABD6F218-7C5F-E2D9-7713-3570885AD0E5}"/>
              </a:ext>
            </a:extLst>
          </p:cNvPr>
          <p:cNvCxnSpPr>
            <a:cxnSpLocks/>
            <a:stCxn id="13" idx="6"/>
            <a:endCxn id="58" idx="2"/>
          </p:cNvCxnSpPr>
          <p:nvPr/>
        </p:nvCxnSpPr>
        <p:spPr>
          <a:xfrm flipV="1">
            <a:off x="3980881" y="3244108"/>
            <a:ext cx="1892982" cy="21524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BFB546D-C19E-6EBB-DE50-DF9F68DC74A5}"/>
              </a:ext>
            </a:extLst>
          </p:cNvPr>
          <p:cNvCxnSpPr>
            <a:cxnSpLocks/>
            <a:stCxn id="13" idx="6"/>
            <a:endCxn id="57" idx="2"/>
          </p:cNvCxnSpPr>
          <p:nvPr/>
        </p:nvCxnSpPr>
        <p:spPr>
          <a:xfrm flipV="1">
            <a:off x="3980881" y="2204454"/>
            <a:ext cx="1886790" cy="3192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566D643-ED1F-C47F-7741-904A3DD9767F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 flipV="1">
            <a:off x="3980881" y="1258983"/>
            <a:ext cx="1886790" cy="41376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5A88B2B2-DEE6-E3A1-85C6-93CDA7D06079}"/>
              </a:ext>
            </a:extLst>
          </p:cNvPr>
          <p:cNvCxnSpPr>
            <a:cxnSpLocks/>
            <a:stCxn id="4" idx="6"/>
            <a:endCxn id="57" idx="2"/>
          </p:cNvCxnSpPr>
          <p:nvPr/>
        </p:nvCxnSpPr>
        <p:spPr>
          <a:xfrm>
            <a:off x="3980881" y="2091762"/>
            <a:ext cx="1886790" cy="1126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3D45B53-290E-D2BC-6462-789970344730}"/>
              </a:ext>
            </a:extLst>
          </p:cNvPr>
          <p:cNvCxnSpPr>
            <a:cxnSpLocks/>
            <a:stCxn id="4" idx="6"/>
            <a:endCxn id="58" idx="2"/>
          </p:cNvCxnSpPr>
          <p:nvPr/>
        </p:nvCxnSpPr>
        <p:spPr>
          <a:xfrm>
            <a:off x="3980881" y="2091762"/>
            <a:ext cx="1892982" cy="1152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2120F7C8-D721-D513-0DC6-3D5F4FE846D5}"/>
              </a:ext>
            </a:extLst>
          </p:cNvPr>
          <p:cNvCxnSpPr>
            <a:cxnSpLocks/>
            <a:stCxn id="4" idx="6"/>
            <a:endCxn id="59" idx="2"/>
          </p:cNvCxnSpPr>
          <p:nvPr/>
        </p:nvCxnSpPr>
        <p:spPr>
          <a:xfrm>
            <a:off x="3980881" y="2091762"/>
            <a:ext cx="1886790" cy="3760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C0F2AC87-6F84-9ACF-4116-AD9BD1B467DC}"/>
              </a:ext>
            </a:extLst>
          </p:cNvPr>
          <p:cNvCxnSpPr>
            <a:cxnSpLocks/>
            <a:stCxn id="5" idx="6"/>
            <a:endCxn id="59" idx="2"/>
          </p:cNvCxnSpPr>
          <p:nvPr/>
        </p:nvCxnSpPr>
        <p:spPr>
          <a:xfrm>
            <a:off x="3980881" y="3670109"/>
            <a:ext cx="1886790" cy="21824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EB2A1EEE-1562-6723-C941-76AD254DE9FD}"/>
              </a:ext>
            </a:extLst>
          </p:cNvPr>
          <p:cNvCxnSpPr>
            <a:cxnSpLocks/>
            <a:stCxn id="5" idx="6"/>
            <a:endCxn id="57" idx="2"/>
          </p:cNvCxnSpPr>
          <p:nvPr/>
        </p:nvCxnSpPr>
        <p:spPr>
          <a:xfrm flipV="1">
            <a:off x="3980881" y="2204454"/>
            <a:ext cx="1886790" cy="1465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8008F750-558C-2649-FCD3-C7A3C87FA158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 flipV="1">
            <a:off x="3980881" y="1258983"/>
            <a:ext cx="1886790" cy="2411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F66F87E-28D5-2ECF-48EB-A3083509A3F7}"/>
              </a:ext>
            </a:extLst>
          </p:cNvPr>
          <p:cNvSpPr txBox="1"/>
          <p:nvPr/>
        </p:nvSpPr>
        <p:spPr>
          <a:xfrm>
            <a:off x="6702802" y="1095491"/>
            <a:ext cx="10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latin typeface="나눔스퀘어" panose="020B0600000101010101" pitchFamily="50" charset="-127"/>
                <a:ea typeface="나눔스퀘어" panose="020B0600000101010101" pitchFamily="50" charset="-127"/>
              </a:rPr>
              <a:t>강아지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4F6385F-9EC7-833A-0F22-457DDD08B363}"/>
              </a:ext>
            </a:extLst>
          </p:cNvPr>
          <p:cNvSpPr txBox="1"/>
          <p:nvPr/>
        </p:nvSpPr>
        <p:spPr>
          <a:xfrm>
            <a:off x="6702801" y="2039688"/>
            <a:ext cx="10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latin typeface="나눔스퀘어" panose="020B0600000101010101" pitchFamily="50" charset="-127"/>
                <a:ea typeface="나눔스퀘어" panose="020B0600000101010101" pitchFamily="50" charset="-127"/>
              </a:rPr>
              <a:t>고양이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1EE63A-B383-B98C-6963-0E1F6D517803}"/>
              </a:ext>
            </a:extLst>
          </p:cNvPr>
          <p:cNvSpPr txBox="1"/>
          <p:nvPr/>
        </p:nvSpPr>
        <p:spPr>
          <a:xfrm>
            <a:off x="6696427" y="3098940"/>
            <a:ext cx="10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latin typeface="나눔스퀘어" panose="020B0600000101010101" pitchFamily="50" charset="-127"/>
                <a:ea typeface="나눔스퀘어" panose="020B0600000101010101" pitchFamily="50" charset="-127"/>
              </a:rPr>
              <a:t>말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2521B34-9C26-C170-326F-417ADC048432}"/>
              </a:ext>
            </a:extLst>
          </p:cNvPr>
          <p:cNvSpPr txBox="1"/>
          <p:nvPr/>
        </p:nvSpPr>
        <p:spPr>
          <a:xfrm>
            <a:off x="6696427" y="5703253"/>
            <a:ext cx="10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latin typeface="나눔스퀘어" panose="020B0600000101010101" pitchFamily="50" charset="-127"/>
                <a:ea typeface="나눔스퀘어" panose="020B0600000101010101" pitchFamily="50" charset="-127"/>
              </a:rPr>
              <a:t>개구리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022BB23-9BFC-85C5-09E8-1F3858EF3861}"/>
              </a:ext>
            </a:extLst>
          </p:cNvPr>
          <p:cNvSpPr/>
          <p:nvPr/>
        </p:nvSpPr>
        <p:spPr>
          <a:xfrm>
            <a:off x="1379202" y="27735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2BF7F2E8-3DDA-4967-B6BD-72F9BF851D57}"/>
              </a:ext>
            </a:extLst>
          </p:cNvPr>
          <p:cNvSpPr/>
          <p:nvPr/>
        </p:nvSpPr>
        <p:spPr>
          <a:xfrm>
            <a:off x="1379202" y="40829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2D10F31-211D-D81E-4961-CFA5453649BF}"/>
                  </a:ext>
                </a:extLst>
              </p:cNvPr>
              <p:cNvSpPr txBox="1"/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2D10F31-211D-D81E-4961-CFA545364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blipFill>
                <a:blip r:embed="rId7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079397C-D6A4-BB12-677B-E69334FFE714}"/>
                  </a:ext>
                </a:extLst>
              </p:cNvPr>
              <p:cNvSpPr txBox="1"/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079397C-D6A4-BB12-677B-E69334FFE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FD6FDC0-E6B3-997B-76C0-02DF4D57B146}"/>
                  </a:ext>
                </a:extLst>
              </p:cNvPr>
              <p:cNvSpPr txBox="1"/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20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FD6FDC0-E6B3-997B-76C0-02DF4D57B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1EE3A56-A82A-F16B-F08A-6D3929CB76EA}"/>
                  </a:ext>
                </a:extLst>
              </p:cNvPr>
              <p:cNvSpPr txBox="1"/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−5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61EE3A56-A82A-F16B-F08A-6D3929CB7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blipFill>
                <a:blip r:embed="rId10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화살표: 왼쪽/오른쪽 107">
            <a:extLst>
              <a:ext uri="{FF2B5EF4-FFF2-40B4-BE49-F238E27FC236}">
                <a16:creationId xmlns:a16="http://schemas.microsoft.com/office/drawing/2014/main" id="{B44D4F26-2BEB-B4B1-0F32-685381703846}"/>
              </a:ext>
            </a:extLst>
          </p:cNvPr>
          <p:cNvSpPr/>
          <p:nvPr/>
        </p:nvSpPr>
        <p:spPr>
          <a:xfrm>
            <a:off x="8133089" y="2083169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화살표: 왼쪽/오른쪽 108">
            <a:extLst>
              <a:ext uri="{FF2B5EF4-FFF2-40B4-BE49-F238E27FC236}">
                <a16:creationId xmlns:a16="http://schemas.microsoft.com/office/drawing/2014/main" id="{C6BC5079-54CD-F9A3-C5F6-88F0ED4816E7}"/>
              </a:ext>
            </a:extLst>
          </p:cNvPr>
          <p:cNvSpPr/>
          <p:nvPr/>
        </p:nvSpPr>
        <p:spPr>
          <a:xfrm>
            <a:off x="8133089" y="3143471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화살표: 왼쪽/오른쪽 109">
            <a:extLst>
              <a:ext uri="{FF2B5EF4-FFF2-40B4-BE49-F238E27FC236}">
                <a16:creationId xmlns:a16="http://schemas.microsoft.com/office/drawing/2014/main" id="{BDBF7481-EB55-EE05-7592-D18D3DEC8ECE}"/>
              </a:ext>
            </a:extLst>
          </p:cNvPr>
          <p:cNvSpPr/>
          <p:nvPr/>
        </p:nvSpPr>
        <p:spPr>
          <a:xfrm>
            <a:off x="8133089" y="5752345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6D17955-BBD1-52E3-2B04-8B8141971737}"/>
                  </a:ext>
                </a:extLst>
              </p:cNvPr>
              <p:cNvSpPr txBox="1"/>
              <p:nvPr/>
            </p:nvSpPr>
            <p:spPr>
              <a:xfrm>
                <a:off x="10202260" y="941476"/>
                <a:ext cx="446593" cy="5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𝑑𝑜𝑔</m:t>
                          </m:r>
                        </m:sub>
                      </m:sSub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B6D17955-BBD1-52E3-2B04-8B81419717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941476"/>
                <a:ext cx="446593" cy="558230"/>
              </a:xfrm>
              <a:prstGeom prst="rect">
                <a:avLst/>
              </a:prstGeom>
              <a:blipFill>
                <a:blip r:embed="rId11"/>
                <a:stretch>
                  <a:fillRect l="-8333" r="-94444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6C151E2-EC49-7F37-4B3F-498DC20AC9C4}"/>
                  </a:ext>
                </a:extLst>
              </p:cNvPr>
              <p:cNvSpPr txBox="1"/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𝑐𝑎𝑡</m:t>
                          </m:r>
                        </m:sub>
                      </m:sSub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6C151E2-EC49-7F37-4B3F-498DC20AC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blipFill>
                <a:blip r:embed="rId12"/>
                <a:stretch>
                  <a:fillRect l="-8333" r="-69444"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B03F528-7B8C-1405-2C8C-2F0E39746961}"/>
                  </a:ext>
                </a:extLst>
              </p:cNvPr>
              <p:cNvSpPr txBox="1"/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h𝑜𝑟𝑠𝑒</m:t>
                          </m:r>
                        </m:sub>
                      </m:sSub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B03F528-7B8C-1405-2C8C-2F0E39746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blipFill>
                <a:blip r:embed="rId13"/>
                <a:stretch>
                  <a:fillRect l="-8333" r="-138889"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F9CF09D-4D0A-BEEF-41D5-2BC0108ADD64}"/>
                  </a:ext>
                </a:extLst>
              </p:cNvPr>
              <p:cNvSpPr txBox="1"/>
              <p:nvPr/>
            </p:nvSpPr>
            <p:spPr>
              <a:xfrm>
                <a:off x="10202260" y="5585059"/>
                <a:ext cx="446593" cy="557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𝑓𝑟𝑜𝑔</m:t>
                          </m:r>
                        </m:sub>
                      </m:sSub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3F9CF09D-4D0A-BEEF-41D5-2BC0108AD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5585059"/>
                <a:ext cx="446593" cy="557717"/>
              </a:xfrm>
              <a:prstGeom prst="rect">
                <a:avLst/>
              </a:prstGeom>
              <a:blipFill>
                <a:blip r:embed="rId14"/>
                <a:stretch>
                  <a:fillRect l="-8333" r="-119444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4615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DE9C852-B409-F15C-0B86-B88A6126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3AE8815-1C88-4224-2045-8DC5B092E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A9344E98-CE80-D47B-2D27-5E233A660B6C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52A5BC3-0695-59D5-BF6E-B4259884D109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49B3E579-3142-B5CD-E663-9F86063628A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F1B9EC1A-E97C-E449-B1A8-39E580078EAC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 분류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0EB037F-97DD-AD77-3839-2FA490666965}"/>
              </a:ext>
            </a:extLst>
          </p:cNvPr>
          <p:cNvSpPr txBox="1"/>
          <p:nvPr/>
        </p:nvSpPr>
        <p:spPr>
          <a:xfrm>
            <a:off x="3193774" y="-119269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kumimoji="1" lang="ko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Picture 4" descr="강아지 사진 | Freepik">
            <a:extLst>
              <a:ext uri="{FF2B5EF4-FFF2-40B4-BE49-F238E27FC236}">
                <a16:creationId xmlns:a16="http://schemas.microsoft.com/office/drawing/2014/main" id="{7EE806F5-A4E9-5E07-00A2-D0058A256F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0" t="34539" r="28906"/>
          <a:stretch/>
        </p:blipFill>
        <p:spPr bwMode="auto">
          <a:xfrm>
            <a:off x="560485" y="3263091"/>
            <a:ext cx="773214" cy="95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01B613C1-18F2-9AD9-BE4E-E9372E18BBCF}"/>
              </a:ext>
            </a:extLst>
          </p:cNvPr>
          <p:cNvSpPr/>
          <p:nvPr/>
        </p:nvSpPr>
        <p:spPr>
          <a:xfrm>
            <a:off x="3363466" y="178305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CAAB377-FE01-6E69-2D3C-80D8C90EF93F}"/>
              </a:ext>
            </a:extLst>
          </p:cNvPr>
          <p:cNvSpPr/>
          <p:nvPr/>
        </p:nvSpPr>
        <p:spPr>
          <a:xfrm>
            <a:off x="3363466" y="3361401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D9618AC-377B-0F59-7DAE-FD81ACE87BAC}"/>
              </a:ext>
            </a:extLst>
          </p:cNvPr>
          <p:cNvSpPr/>
          <p:nvPr/>
        </p:nvSpPr>
        <p:spPr>
          <a:xfrm>
            <a:off x="3363466" y="50878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C484D61-178B-077A-5F31-7E18B29627B0}"/>
              </a:ext>
            </a:extLst>
          </p:cNvPr>
          <p:cNvSpPr/>
          <p:nvPr/>
        </p:nvSpPr>
        <p:spPr>
          <a:xfrm>
            <a:off x="5867671" y="950275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D4985F7-F592-6CB5-C682-CDC4936F4FEF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2010288" y="2091762"/>
            <a:ext cx="1353178" cy="1016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AC46A8A-5FEC-BA9E-A6E6-026897B2F2DE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2010288" y="3107762"/>
            <a:ext cx="1353178" cy="5623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69962F6-C2A9-B774-02C5-FE88724F71FA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10288" y="3107762"/>
            <a:ext cx="1443596" cy="20705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A5862589-C6EA-3BCD-0EE4-FA59D181041C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2010288" y="2091762"/>
            <a:ext cx="1353178" cy="22814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1F21BBA-14F8-1B20-166B-A9E56AC188A7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2010288" y="3670109"/>
            <a:ext cx="1353178" cy="70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3E480826-7EC8-E5FF-AA0E-B836A1243EAC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10288" y="4373174"/>
            <a:ext cx="1443596" cy="8051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74AE548-82D3-4021-11EA-DC6A10C6BD13}"/>
              </a:ext>
            </a:extLst>
          </p:cNvPr>
          <p:cNvCxnSpPr>
            <a:cxnSpLocks/>
            <a:stCxn id="4" idx="6"/>
            <a:endCxn id="21" idx="2"/>
          </p:cNvCxnSpPr>
          <p:nvPr/>
        </p:nvCxnSpPr>
        <p:spPr>
          <a:xfrm flipV="1">
            <a:off x="3980881" y="1258983"/>
            <a:ext cx="1886790" cy="8327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AB23855F-0CD5-03F6-B30C-3A8B9EAC2A03}"/>
              </a:ext>
            </a:extLst>
          </p:cNvPr>
          <p:cNvCxnSpPr>
            <a:cxnSpLocks/>
            <a:stCxn id="5" idx="6"/>
            <a:endCxn id="58" idx="2"/>
          </p:cNvCxnSpPr>
          <p:nvPr/>
        </p:nvCxnSpPr>
        <p:spPr>
          <a:xfrm flipV="1">
            <a:off x="3980881" y="3244108"/>
            <a:ext cx="1892982" cy="4260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CBF6850-5CD5-006E-F8AB-500F9E6AE089}"/>
              </a:ext>
            </a:extLst>
          </p:cNvPr>
          <p:cNvCxnSpPr>
            <a:cxnSpLocks/>
            <a:stCxn id="13" idx="6"/>
            <a:endCxn id="59" idx="2"/>
          </p:cNvCxnSpPr>
          <p:nvPr/>
        </p:nvCxnSpPr>
        <p:spPr>
          <a:xfrm>
            <a:off x="3980881" y="5396587"/>
            <a:ext cx="1886790" cy="4559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19F402-67D1-8B52-BEB0-6761B12E4B6A}"/>
                  </a:ext>
                </a:extLst>
              </p:cNvPr>
              <p:cNvSpPr txBox="1"/>
              <p:nvPr/>
            </p:nvSpPr>
            <p:spPr>
              <a:xfrm>
                <a:off x="6473130" y="28478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119F402-67D1-8B52-BEB0-6761B12E4B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3130" y="284784"/>
                <a:ext cx="446593" cy="523220"/>
              </a:xfrm>
              <a:prstGeom prst="rect">
                <a:avLst/>
              </a:prstGeom>
              <a:blipFill>
                <a:blip r:embed="rId4"/>
                <a:stretch>
                  <a:fillRect t="-4762"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5FBC1B5-FC0E-66A1-7755-1A575ACB6B73}"/>
                  </a:ext>
                </a:extLst>
              </p:cNvPr>
              <p:cNvSpPr txBox="1"/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5FBC1B5-FC0E-66A1-7755-1A575ACB6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화살표: 왼쪽/오른쪽 57">
            <a:extLst>
              <a:ext uri="{FF2B5EF4-FFF2-40B4-BE49-F238E27FC236}">
                <a16:creationId xmlns:a16="http://schemas.microsoft.com/office/drawing/2014/main" id="{75B63655-011E-850A-4E9E-D3815253CBB0}"/>
              </a:ext>
            </a:extLst>
          </p:cNvPr>
          <p:cNvSpPr/>
          <p:nvPr/>
        </p:nvSpPr>
        <p:spPr>
          <a:xfrm>
            <a:off x="8139554" y="1239310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6E4B0E5-6B0F-2950-EA3C-72FCDDB355D8}"/>
              </a:ext>
            </a:extLst>
          </p:cNvPr>
          <p:cNvSpPr/>
          <p:nvPr/>
        </p:nvSpPr>
        <p:spPr>
          <a:xfrm>
            <a:off x="5867671" y="1895746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76876E46-1118-BB1D-B6B5-FFB8202A34F4}"/>
              </a:ext>
            </a:extLst>
          </p:cNvPr>
          <p:cNvSpPr/>
          <p:nvPr/>
        </p:nvSpPr>
        <p:spPr>
          <a:xfrm>
            <a:off x="5873863" y="29354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CEBE5D7-A969-AA44-3A09-9506AD8F82AC}"/>
              </a:ext>
            </a:extLst>
          </p:cNvPr>
          <p:cNvSpPr/>
          <p:nvPr/>
        </p:nvSpPr>
        <p:spPr>
          <a:xfrm>
            <a:off x="5867671" y="554380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C8ED5BB-BF8F-E8CD-7E3A-7B1E730009A7}"/>
                  </a:ext>
                </a:extLst>
              </p:cNvPr>
              <p:cNvSpPr txBox="1"/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⋮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C8ED5BB-BF8F-E8CD-7E3A-7B1E730009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E4FAB73D-098C-42FF-619E-14C590EAF864}"/>
              </a:ext>
            </a:extLst>
          </p:cNvPr>
          <p:cNvCxnSpPr>
            <a:cxnSpLocks/>
            <a:stCxn id="13" idx="6"/>
            <a:endCxn id="58" idx="2"/>
          </p:cNvCxnSpPr>
          <p:nvPr/>
        </p:nvCxnSpPr>
        <p:spPr>
          <a:xfrm flipV="1">
            <a:off x="3980881" y="3244108"/>
            <a:ext cx="1892982" cy="21524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D05347F1-893F-5D4F-B1BF-67C02271E871}"/>
              </a:ext>
            </a:extLst>
          </p:cNvPr>
          <p:cNvCxnSpPr>
            <a:cxnSpLocks/>
            <a:stCxn id="13" idx="6"/>
            <a:endCxn id="57" idx="2"/>
          </p:cNvCxnSpPr>
          <p:nvPr/>
        </p:nvCxnSpPr>
        <p:spPr>
          <a:xfrm flipV="1">
            <a:off x="3980881" y="2204454"/>
            <a:ext cx="1886790" cy="3192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4E7739C0-9681-320C-933F-FFB98981954F}"/>
              </a:ext>
            </a:extLst>
          </p:cNvPr>
          <p:cNvCxnSpPr>
            <a:cxnSpLocks/>
            <a:stCxn id="13" idx="6"/>
            <a:endCxn id="21" idx="2"/>
          </p:cNvCxnSpPr>
          <p:nvPr/>
        </p:nvCxnSpPr>
        <p:spPr>
          <a:xfrm flipV="1">
            <a:off x="3980881" y="1258983"/>
            <a:ext cx="1886790" cy="41376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906009A-527D-C872-5BE9-51B00CB57E66}"/>
              </a:ext>
            </a:extLst>
          </p:cNvPr>
          <p:cNvCxnSpPr>
            <a:cxnSpLocks/>
            <a:stCxn id="4" idx="6"/>
            <a:endCxn id="57" idx="2"/>
          </p:cNvCxnSpPr>
          <p:nvPr/>
        </p:nvCxnSpPr>
        <p:spPr>
          <a:xfrm>
            <a:off x="3980881" y="2091762"/>
            <a:ext cx="1886790" cy="1126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C5DC036C-1D7F-5A7C-CBB7-28E7BB537A48}"/>
              </a:ext>
            </a:extLst>
          </p:cNvPr>
          <p:cNvCxnSpPr>
            <a:cxnSpLocks/>
            <a:stCxn id="4" idx="6"/>
            <a:endCxn id="58" idx="2"/>
          </p:cNvCxnSpPr>
          <p:nvPr/>
        </p:nvCxnSpPr>
        <p:spPr>
          <a:xfrm>
            <a:off x="3980881" y="2091762"/>
            <a:ext cx="1892982" cy="1152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F78E0852-E5F2-4FBF-BD09-760414C81DE4}"/>
              </a:ext>
            </a:extLst>
          </p:cNvPr>
          <p:cNvCxnSpPr>
            <a:cxnSpLocks/>
            <a:stCxn id="4" idx="6"/>
            <a:endCxn id="59" idx="2"/>
          </p:cNvCxnSpPr>
          <p:nvPr/>
        </p:nvCxnSpPr>
        <p:spPr>
          <a:xfrm>
            <a:off x="3980881" y="2091762"/>
            <a:ext cx="1886790" cy="3760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92FA157E-6A12-046E-4D9E-D0D174E8E0F5}"/>
              </a:ext>
            </a:extLst>
          </p:cNvPr>
          <p:cNvCxnSpPr>
            <a:cxnSpLocks/>
            <a:stCxn id="5" idx="6"/>
            <a:endCxn id="59" idx="2"/>
          </p:cNvCxnSpPr>
          <p:nvPr/>
        </p:nvCxnSpPr>
        <p:spPr>
          <a:xfrm>
            <a:off x="3980881" y="3670109"/>
            <a:ext cx="1886790" cy="21824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3660DAAC-EF21-71F3-35B8-B363232CD19C}"/>
              </a:ext>
            </a:extLst>
          </p:cNvPr>
          <p:cNvCxnSpPr>
            <a:cxnSpLocks/>
            <a:stCxn id="5" idx="6"/>
            <a:endCxn id="57" idx="2"/>
          </p:cNvCxnSpPr>
          <p:nvPr/>
        </p:nvCxnSpPr>
        <p:spPr>
          <a:xfrm flipV="1">
            <a:off x="3980881" y="2204454"/>
            <a:ext cx="1886790" cy="1465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16D2E935-8952-DA02-6E40-8D7A519263AE}"/>
              </a:ext>
            </a:extLst>
          </p:cNvPr>
          <p:cNvCxnSpPr>
            <a:cxnSpLocks/>
            <a:stCxn id="5" idx="6"/>
            <a:endCxn id="21" idx="2"/>
          </p:cNvCxnSpPr>
          <p:nvPr/>
        </p:nvCxnSpPr>
        <p:spPr>
          <a:xfrm flipV="1">
            <a:off x="3980881" y="1258983"/>
            <a:ext cx="1886790" cy="2411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42921E80-79AC-85D2-4084-448DBDDCE070}"/>
              </a:ext>
            </a:extLst>
          </p:cNvPr>
          <p:cNvSpPr txBox="1"/>
          <p:nvPr/>
        </p:nvSpPr>
        <p:spPr>
          <a:xfrm>
            <a:off x="6702802" y="1095491"/>
            <a:ext cx="10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latin typeface="나눔스퀘어" panose="020B0600000101010101" pitchFamily="50" charset="-127"/>
                <a:ea typeface="나눔스퀘어" panose="020B0600000101010101" pitchFamily="50" charset="-127"/>
              </a:rPr>
              <a:t>강아지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4FD2143-1432-343E-7775-9976766CCDC1}"/>
              </a:ext>
            </a:extLst>
          </p:cNvPr>
          <p:cNvSpPr txBox="1"/>
          <p:nvPr/>
        </p:nvSpPr>
        <p:spPr>
          <a:xfrm>
            <a:off x="6702801" y="2039688"/>
            <a:ext cx="10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latin typeface="나눔스퀘어" panose="020B0600000101010101" pitchFamily="50" charset="-127"/>
                <a:ea typeface="나눔스퀘어" panose="020B0600000101010101" pitchFamily="50" charset="-127"/>
              </a:rPr>
              <a:t>고양이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FA2B71B-2858-E7BD-BF85-578FD536C9D6}"/>
              </a:ext>
            </a:extLst>
          </p:cNvPr>
          <p:cNvSpPr txBox="1"/>
          <p:nvPr/>
        </p:nvSpPr>
        <p:spPr>
          <a:xfrm>
            <a:off x="6696427" y="3098940"/>
            <a:ext cx="10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latin typeface="나눔스퀘어" panose="020B0600000101010101" pitchFamily="50" charset="-127"/>
                <a:ea typeface="나눔스퀘어" panose="020B0600000101010101" pitchFamily="50" charset="-127"/>
              </a:rPr>
              <a:t>말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B224BBB-0E23-2C36-E707-1A90502633DF}"/>
              </a:ext>
            </a:extLst>
          </p:cNvPr>
          <p:cNvSpPr txBox="1"/>
          <p:nvPr/>
        </p:nvSpPr>
        <p:spPr>
          <a:xfrm>
            <a:off x="6696427" y="5703253"/>
            <a:ext cx="10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>
                <a:latin typeface="나눔스퀘어" panose="020B0600000101010101" pitchFamily="50" charset="-127"/>
                <a:ea typeface="나눔스퀘어" panose="020B0600000101010101" pitchFamily="50" charset="-127"/>
              </a:rPr>
              <a:t>개구리</a:t>
            </a: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73E296B-3C2B-8BB6-10B0-F4EE1D36126A}"/>
              </a:ext>
            </a:extLst>
          </p:cNvPr>
          <p:cNvSpPr/>
          <p:nvPr/>
        </p:nvSpPr>
        <p:spPr>
          <a:xfrm>
            <a:off x="1379202" y="27735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D54621C-6738-F0BB-78AF-574252A442D4}"/>
              </a:ext>
            </a:extLst>
          </p:cNvPr>
          <p:cNvSpPr/>
          <p:nvPr/>
        </p:nvSpPr>
        <p:spPr>
          <a:xfrm>
            <a:off x="1379202" y="40829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8735115-1233-CD06-C8D5-44303E02F4E6}"/>
                  </a:ext>
                </a:extLst>
              </p:cNvPr>
              <p:cNvSpPr txBox="1"/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78735115-1233-CD06-C8D5-44303E02F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blipFill>
                <a:blip r:embed="rId7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E708B52-5098-7A44-53CA-71C1AD5B9D14}"/>
                  </a:ext>
                </a:extLst>
              </p:cNvPr>
              <p:cNvSpPr txBox="1"/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4E708B52-5098-7A44-53CA-71C1AD5B9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C2C6F03-09B8-380C-EAD1-CC44F05727FB}"/>
                  </a:ext>
                </a:extLst>
              </p:cNvPr>
              <p:cNvSpPr txBox="1"/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20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5C2C6F03-09B8-380C-EAD1-CC44F05727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BF9B147-A437-E44C-DBF1-D00F36AFB8C4}"/>
                  </a:ext>
                </a:extLst>
              </p:cNvPr>
              <p:cNvSpPr txBox="1"/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−5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BF9B147-A437-E44C-DBF1-D00F36AFB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blipFill>
                <a:blip r:embed="rId10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화살표: 왼쪽/오른쪽 107">
            <a:extLst>
              <a:ext uri="{FF2B5EF4-FFF2-40B4-BE49-F238E27FC236}">
                <a16:creationId xmlns:a16="http://schemas.microsoft.com/office/drawing/2014/main" id="{1800D924-5388-BE6B-5C40-50FD768D4665}"/>
              </a:ext>
            </a:extLst>
          </p:cNvPr>
          <p:cNvSpPr/>
          <p:nvPr/>
        </p:nvSpPr>
        <p:spPr>
          <a:xfrm>
            <a:off x="8133089" y="2083169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화살표: 왼쪽/오른쪽 108">
            <a:extLst>
              <a:ext uri="{FF2B5EF4-FFF2-40B4-BE49-F238E27FC236}">
                <a16:creationId xmlns:a16="http://schemas.microsoft.com/office/drawing/2014/main" id="{4BEE78CC-4CA5-3C6B-2145-8BEE2B9A51CC}"/>
              </a:ext>
            </a:extLst>
          </p:cNvPr>
          <p:cNvSpPr/>
          <p:nvPr/>
        </p:nvSpPr>
        <p:spPr>
          <a:xfrm>
            <a:off x="8133089" y="3143471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화살표: 왼쪽/오른쪽 109">
            <a:extLst>
              <a:ext uri="{FF2B5EF4-FFF2-40B4-BE49-F238E27FC236}">
                <a16:creationId xmlns:a16="http://schemas.microsoft.com/office/drawing/2014/main" id="{37494C28-BB74-BD1E-37B4-A1B023285CC4}"/>
              </a:ext>
            </a:extLst>
          </p:cNvPr>
          <p:cNvSpPr/>
          <p:nvPr/>
        </p:nvSpPr>
        <p:spPr>
          <a:xfrm>
            <a:off x="8133089" y="5752345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5D8FBBB-2A74-14CE-E595-C1A8A27A70B9}"/>
                  </a:ext>
                </a:extLst>
              </p:cNvPr>
              <p:cNvSpPr txBox="1"/>
              <p:nvPr/>
            </p:nvSpPr>
            <p:spPr>
              <a:xfrm>
                <a:off x="10202260" y="941476"/>
                <a:ext cx="446593" cy="558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𝑑𝑜𝑔</m:t>
                          </m:r>
                        </m:sub>
                      </m:sSub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5D8FBBB-2A74-14CE-E595-C1A8A27A70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941476"/>
                <a:ext cx="446593" cy="558230"/>
              </a:xfrm>
              <a:prstGeom prst="rect">
                <a:avLst/>
              </a:prstGeom>
              <a:blipFill>
                <a:blip r:embed="rId11"/>
                <a:stretch>
                  <a:fillRect l="-8333" r="-94444" b="-10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BB9AB2-079C-685A-F195-F633F3B9DF9F}"/>
                  </a:ext>
                </a:extLst>
              </p:cNvPr>
              <p:cNvSpPr txBox="1"/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𝑐𝑎𝑡</m:t>
                          </m:r>
                        </m:sub>
                      </m:sSub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6BB9AB2-079C-685A-F195-F633F3B9D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blipFill>
                <a:blip r:embed="rId12"/>
                <a:stretch>
                  <a:fillRect l="-8333" r="-69444"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07B79D9-7098-8EDE-3FF4-1B113AF20870}"/>
                  </a:ext>
                </a:extLst>
              </p:cNvPr>
              <p:cNvSpPr txBox="1"/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h𝑜𝑟𝑠𝑒</m:t>
                          </m:r>
                        </m:sub>
                      </m:sSub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07B79D9-7098-8EDE-3FF4-1B113AF20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blipFill>
                <a:blip r:embed="rId13"/>
                <a:stretch>
                  <a:fillRect l="-8333" r="-138889"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31578FA-5C8A-C721-8EB0-DD41BF7EEE14}"/>
                  </a:ext>
                </a:extLst>
              </p:cNvPr>
              <p:cNvSpPr txBox="1"/>
              <p:nvPr/>
            </p:nvSpPr>
            <p:spPr>
              <a:xfrm>
                <a:off x="10202260" y="5585059"/>
                <a:ext cx="446593" cy="557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𝑓𝑟𝑜𝑔</m:t>
                          </m:r>
                        </m:sub>
                      </m:sSub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A31578FA-5C8A-C721-8EB0-DD41BF7EE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5585059"/>
                <a:ext cx="446593" cy="557717"/>
              </a:xfrm>
              <a:prstGeom prst="rect">
                <a:avLst/>
              </a:prstGeom>
              <a:blipFill>
                <a:blip r:embed="rId14"/>
                <a:stretch>
                  <a:fillRect l="-8333" r="-119444"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80F2B71-9BFB-DF9E-98B1-EB25B50D39DD}"/>
              </a:ext>
            </a:extLst>
          </p:cNvPr>
          <p:cNvSpPr txBox="1"/>
          <p:nvPr/>
        </p:nvSpPr>
        <p:spPr>
          <a:xfrm>
            <a:off x="6919723" y="4438346"/>
            <a:ext cx="42573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정답을 어떻게 표현</a:t>
            </a:r>
            <a:r>
              <a:rPr lang="en-US" altLang="ko-KR" sz="280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R" altLang="en-US" sz="280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8931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223E6579-91D4-92FA-71A8-5D86510DA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4AF86811-55DF-DBA2-0F73-078671A174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값 정규화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90F77412-BF33-B88F-F37E-5C7CC125DB8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2E84A48-01B2-D4D9-5E80-A19FA9EAE7C7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7B3B8517-740D-7EF6-CE20-75504666A2CB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0F5A29C1-5C83-05DF-2383-96B00A2E3036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MLP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 분류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7" name="Picture 4" descr="강아지 사진 | Freepik">
            <a:extLst>
              <a:ext uri="{FF2B5EF4-FFF2-40B4-BE49-F238E27FC236}">
                <a16:creationId xmlns:a16="http://schemas.microsoft.com/office/drawing/2014/main" id="{7BFD24AC-35CD-0121-0F97-98E04501A6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0" t="34539" r="28906"/>
          <a:stretch/>
        </p:blipFill>
        <p:spPr bwMode="auto">
          <a:xfrm>
            <a:off x="560485" y="3263091"/>
            <a:ext cx="773214" cy="95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2BDFEA29-7E11-423A-C3CE-DB740A7C8F23}"/>
              </a:ext>
            </a:extLst>
          </p:cNvPr>
          <p:cNvSpPr/>
          <p:nvPr/>
        </p:nvSpPr>
        <p:spPr>
          <a:xfrm>
            <a:off x="3363466" y="178305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41B79AF4-5100-0EBF-1325-6481E082ED3E}"/>
              </a:ext>
            </a:extLst>
          </p:cNvPr>
          <p:cNvSpPr/>
          <p:nvPr/>
        </p:nvSpPr>
        <p:spPr>
          <a:xfrm>
            <a:off x="3363466" y="3361401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BBCBEA26-B533-A583-DD01-3EAD6F52866D}"/>
              </a:ext>
            </a:extLst>
          </p:cNvPr>
          <p:cNvSpPr/>
          <p:nvPr/>
        </p:nvSpPr>
        <p:spPr>
          <a:xfrm>
            <a:off x="3363466" y="50878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953508A0-E4BC-DC3D-33FA-4D17B6961AF8}"/>
              </a:ext>
            </a:extLst>
          </p:cNvPr>
          <p:cNvSpPr/>
          <p:nvPr/>
        </p:nvSpPr>
        <p:spPr>
          <a:xfrm>
            <a:off x="5867671" y="950275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9BE9CF3-10B0-49C2-D432-283FC68650CA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10288" y="2091762"/>
            <a:ext cx="1353178" cy="1016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D2A5063-F2DB-3737-4879-9C2435A1B260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010288" y="3107762"/>
            <a:ext cx="1353178" cy="5623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166E9315-DB09-8CEA-B77B-EFEF89E216C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10288" y="3107762"/>
            <a:ext cx="1443596" cy="20705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3383F26-64C5-4104-93CC-86C6DACE6A15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10288" y="2091762"/>
            <a:ext cx="1353178" cy="22814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C724DCA-202D-855A-2868-9B302CCC95DA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010288" y="3670109"/>
            <a:ext cx="1353178" cy="70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22F00FA-B12E-2904-53EB-6C56BBEF639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10288" y="4373174"/>
            <a:ext cx="1443596" cy="8051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15043AD-1956-E0EC-F5E8-15F97E83CD36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980881" y="1258983"/>
            <a:ext cx="1886790" cy="8327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97A87AB-517D-EB25-9918-626B2F5EFDE4}"/>
              </a:ext>
            </a:extLst>
          </p:cNvPr>
          <p:cNvCxnSpPr>
            <a:cxnSpLocks/>
            <a:stCxn id="10" idx="6"/>
            <a:endCxn id="37" idx="2"/>
          </p:cNvCxnSpPr>
          <p:nvPr/>
        </p:nvCxnSpPr>
        <p:spPr>
          <a:xfrm flipV="1">
            <a:off x="3980881" y="3244108"/>
            <a:ext cx="1892982" cy="4260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FC6537C-D9F7-BEF9-F850-C90D48C03D3D}"/>
              </a:ext>
            </a:extLst>
          </p:cNvPr>
          <p:cNvCxnSpPr>
            <a:cxnSpLocks/>
            <a:stCxn id="11" idx="6"/>
            <a:endCxn id="38" idx="2"/>
          </p:cNvCxnSpPr>
          <p:nvPr/>
        </p:nvCxnSpPr>
        <p:spPr>
          <a:xfrm>
            <a:off x="3980881" y="5396587"/>
            <a:ext cx="1886790" cy="4559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054062-0BE5-BE0A-8145-12E757F0E79C}"/>
                  </a:ext>
                </a:extLst>
              </p:cNvPr>
              <p:cNvSpPr txBox="1"/>
              <p:nvPr/>
            </p:nvSpPr>
            <p:spPr>
              <a:xfrm>
                <a:off x="7904499" y="35657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6054062-0BE5-BE0A-8145-12E757F0E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499" y="356574"/>
                <a:ext cx="446593" cy="523220"/>
              </a:xfrm>
              <a:prstGeom prst="rect">
                <a:avLst/>
              </a:prstGeom>
              <a:blipFill>
                <a:blip r:embed="rId4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4BF4A7-ED44-7742-055E-C1B80910AB5A}"/>
                  </a:ext>
                </a:extLst>
              </p:cNvPr>
              <p:cNvSpPr txBox="1"/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74BF4A7-ED44-7742-055E-C1B80910A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화살표: 왼쪽/오른쪽 57">
            <a:extLst>
              <a:ext uri="{FF2B5EF4-FFF2-40B4-BE49-F238E27FC236}">
                <a16:creationId xmlns:a16="http://schemas.microsoft.com/office/drawing/2014/main" id="{E695C0A6-9140-5CBE-44BA-F816CABC6B49}"/>
              </a:ext>
            </a:extLst>
          </p:cNvPr>
          <p:cNvSpPr/>
          <p:nvPr/>
        </p:nvSpPr>
        <p:spPr>
          <a:xfrm>
            <a:off x="8901796" y="1123409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C66A1816-2218-B6DB-F207-71D08021231B}"/>
              </a:ext>
            </a:extLst>
          </p:cNvPr>
          <p:cNvSpPr/>
          <p:nvPr/>
        </p:nvSpPr>
        <p:spPr>
          <a:xfrm>
            <a:off x="5867671" y="1895746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67430B85-846D-B381-C511-63B6FE5C395C}"/>
              </a:ext>
            </a:extLst>
          </p:cNvPr>
          <p:cNvSpPr/>
          <p:nvPr/>
        </p:nvSpPr>
        <p:spPr>
          <a:xfrm>
            <a:off x="5873863" y="29354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CA9664C-5CBB-5A22-BA83-77CF3D9E3285}"/>
              </a:ext>
            </a:extLst>
          </p:cNvPr>
          <p:cNvSpPr/>
          <p:nvPr/>
        </p:nvSpPr>
        <p:spPr>
          <a:xfrm>
            <a:off x="5867671" y="554380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D2B5D02-E613-1099-D252-B3020DD96C9E}"/>
                  </a:ext>
                </a:extLst>
              </p:cNvPr>
              <p:cNvSpPr txBox="1"/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⋮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D2B5D02-E613-1099-D252-B3020DD96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1F12B11-FDDD-5774-3452-CEC410802193}"/>
              </a:ext>
            </a:extLst>
          </p:cNvPr>
          <p:cNvCxnSpPr>
            <a:cxnSpLocks/>
            <a:stCxn id="11" idx="6"/>
            <a:endCxn id="37" idx="2"/>
          </p:cNvCxnSpPr>
          <p:nvPr/>
        </p:nvCxnSpPr>
        <p:spPr>
          <a:xfrm flipV="1">
            <a:off x="3980881" y="3244108"/>
            <a:ext cx="1892982" cy="21524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00F291F-DE9E-591D-F9D3-0E6A0C965787}"/>
              </a:ext>
            </a:extLst>
          </p:cNvPr>
          <p:cNvCxnSpPr>
            <a:cxnSpLocks/>
            <a:stCxn id="11" idx="6"/>
            <a:endCxn id="36" idx="2"/>
          </p:cNvCxnSpPr>
          <p:nvPr/>
        </p:nvCxnSpPr>
        <p:spPr>
          <a:xfrm flipV="1">
            <a:off x="3980881" y="2204454"/>
            <a:ext cx="1886790" cy="3192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885056F-EFF1-57DE-848E-0569E1BA0FE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3980881" y="1258983"/>
            <a:ext cx="1886790" cy="41376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9CF8CE4-B389-DB24-8D7A-5C5F52A38802}"/>
              </a:ext>
            </a:extLst>
          </p:cNvPr>
          <p:cNvCxnSpPr>
            <a:cxnSpLocks/>
            <a:stCxn id="9" idx="6"/>
            <a:endCxn id="36" idx="2"/>
          </p:cNvCxnSpPr>
          <p:nvPr/>
        </p:nvCxnSpPr>
        <p:spPr>
          <a:xfrm>
            <a:off x="3980881" y="2091762"/>
            <a:ext cx="1886790" cy="1126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F47F2ACB-F6FD-E2DB-2AFB-D412A39E817E}"/>
              </a:ext>
            </a:extLst>
          </p:cNvPr>
          <p:cNvCxnSpPr>
            <a:cxnSpLocks/>
            <a:stCxn id="9" idx="6"/>
            <a:endCxn id="37" idx="2"/>
          </p:cNvCxnSpPr>
          <p:nvPr/>
        </p:nvCxnSpPr>
        <p:spPr>
          <a:xfrm>
            <a:off x="3980881" y="2091762"/>
            <a:ext cx="1892982" cy="1152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DEF9DA7-E731-EAE5-4943-CFCB6F215508}"/>
              </a:ext>
            </a:extLst>
          </p:cNvPr>
          <p:cNvCxnSpPr>
            <a:cxnSpLocks/>
            <a:stCxn id="9" idx="6"/>
            <a:endCxn id="38" idx="2"/>
          </p:cNvCxnSpPr>
          <p:nvPr/>
        </p:nvCxnSpPr>
        <p:spPr>
          <a:xfrm>
            <a:off x="3980881" y="2091762"/>
            <a:ext cx="1886790" cy="3760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F67143A2-E0A0-BAD5-1A78-37F37CEE7ED3}"/>
              </a:ext>
            </a:extLst>
          </p:cNvPr>
          <p:cNvCxnSpPr>
            <a:cxnSpLocks/>
            <a:stCxn id="10" idx="6"/>
            <a:endCxn id="38" idx="2"/>
          </p:cNvCxnSpPr>
          <p:nvPr/>
        </p:nvCxnSpPr>
        <p:spPr>
          <a:xfrm>
            <a:off x="3980881" y="3670109"/>
            <a:ext cx="1886790" cy="21824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71D2974-BF4F-9704-C5F4-830B56B38F66}"/>
              </a:ext>
            </a:extLst>
          </p:cNvPr>
          <p:cNvCxnSpPr>
            <a:cxnSpLocks/>
            <a:stCxn id="10" idx="6"/>
            <a:endCxn id="36" idx="2"/>
          </p:cNvCxnSpPr>
          <p:nvPr/>
        </p:nvCxnSpPr>
        <p:spPr>
          <a:xfrm flipV="1">
            <a:off x="3980881" y="2204454"/>
            <a:ext cx="1886790" cy="1465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78222505-1463-8B7E-93AA-8F5050E51E64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3980881" y="1258983"/>
            <a:ext cx="1886790" cy="2411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44A56886-2CFC-B80F-7B30-9FE6E7DDCE4F}"/>
              </a:ext>
            </a:extLst>
          </p:cNvPr>
          <p:cNvSpPr/>
          <p:nvPr/>
        </p:nvSpPr>
        <p:spPr>
          <a:xfrm>
            <a:off x="1379202" y="27735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B566DCC7-5E34-0974-BFBD-55EA5D29D403}"/>
              </a:ext>
            </a:extLst>
          </p:cNvPr>
          <p:cNvSpPr/>
          <p:nvPr/>
        </p:nvSpPr>
        <p:spPr>
          <a:xfrm>
            <a:off x="1379202" y="40829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51" name="화살표: 왼쪽/오른쪽 107">
            <a:extLst>
              <a:ext uri="{FF2B5EF4-FFF2-40B4-BE49-F238E27FC236}">
                <a16:creationId xmlns:a16="http://schemas.microsoft.com/office/drawing/2014/main" id="{339F5638-FA90-D516-D7BE-EB0FBCDE5404}"/>
              </a:ext>
            </a:extLst>
          </p:cNvPr>
          <p:cNvSpPr/>
          <p:nvPr/>
        </p:nvSpPr>
        <p:spPr>
          <a:xfrm>
            <a:off x="8895331" y="1967268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왼쪽/오른쪽 108">
            <a:extLst>
              <a:ext uri="{FF2B5EF4-FFF2-40B4-BE49-F238E27FC236}">
                <a16:creationId xmlns:a16="http://schemas.microsoft.com/office/drawing/2014/main" id="{23317CF9-5025-2C1C-4CC4-9DCF9082575C}"/>
              </a:ext>
            </a:extLst>
          </p:cNvPr>
          <p:cNvSpPr/>
          <p:nvPr/>
        </p:nvSpPr>
        <p:spPr>
          <a:xfrm>
            <a:off x="8895331" y="3027570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화살표: 왼쪽/오른쪽 109">
            <a:extLst>
              <a:ext uri="{FF2B5EF4-FFF2-40B4-BE49-F238E27FC236}">
                <a16:creationId xmlns:a16="http://schemas.microsoft.com/office/drawing/2014/main" id="{BDF051D1-F55D-FB8C-D0C0-8202550290BB}"/>
              </a:ext>
            </a:extLst>
          </p:cNvPr>
          <p:cNvSpPr/>
          <p:nvPr/>
        </p:nvSpPr>
        <p:spPr>
          <a:xfrm>
            <a:off x="8895331" y="5636444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91D9053-B223-4ED9-D085-9B48C06A54BF}"/>
                  </a:ext>
                </a:extLst>
              </p:cNvPr>
              <p:cNvSpPr txBox="1"/>
              <p:nvPr/>
            </p:nvSpPr>
            <p:spPr>
              <a:xfrm>
                <a:off x="10202260" y="941476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391D9053-B223-4ED9-D085-9B48C06A5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941476"/>
                <a:ext cx="44659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E628C4A-1C45-B7A8-DDC0-A250E235907A}"/>
                  </a:ext>
                </a:extLst>
              </p:cNvPr>
              <p:cNvSpPr txBox="1"/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6E628C4A-1C45-B7A8-DDC0-A250E2359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3E63721-021D-EB82-A628-6BAE2FD58E61}"/>
                  </a:ext>
                </a:extLst>
              </p:cNvPr>
              <p:cNvSpPr txBox="1"/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3E63721-021D-EB82-A628-6BAE2FD58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08AA02C-FF62-E19E-5139-39DAC83BEF2B}"/>
                  </a:ext>
                </a:extLst>
              </p:cNvPr>
              <p:cNvSpPr txBox="1"/>
              <p:nvPr/>
            </p:nvSpPr>
            <p:spPr>
              <a:xfrm>
                <a:off x="10202260" y="5585059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08AA02C-FF62-E19E-5139-39DAC83BE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5585059"/>
                <a:ext cx="44659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531F880-F933-E7A7-C21F-38F551F50C75}"/>
                  </a:ext>
                </a:extLst>
              </p:cNvPr>
              <p:cNvSpPr txBox="1"/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3531F880-F933-E7A7-C21F-38F551F50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blipFill>
                <a:blip r:embed="rId10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21733E0-41A1-927D-6F59-1BAA2369BBCA}"/>
                  </a:ext>
                </a:extLst>
              </p:cNvPr>
              <p:cNvSpPr txBox="1"/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A21733E0-41A1-927D-6F59-1BAA2369B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83A6314-BC3F-CD0C-01E8-57337E337F6E}"/>
                  </a:ext>
                </a:extLst>
              </p:cNvPr>
              <p:cNvSpPr txBox="1"/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20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F83A6314-BC3F-CD0C-01E8-57337E337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0755B67-3A03-4C38-7798-4049DAC80A96}"/>
                  </a:ext>
                </a:extLst>
              </p:cNvPr>
              <p:cNvSpPr txBox="1"/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−5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0755B67-3A03-4C38-7798-4049DAC80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blipFill>
                <a:blip r:embed="rId13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사각형: 둥근 모서리 9">
            <a:extLst>
              <a:ext uri="{FF2B5EF4-FFF2-40B4-BE49-F238E27FC236}">
                <a16:creationId xmlns:a16="http://schemas.microsoft.com/office/drawing/2014/main" id="{BE465265-774C-7EEB-147B-477A1B216F9A}"/>
              </a:ext>
            </a:extLst>
          </p:cNvPr>
          <p:cNvSpPr/>
          <p:nvPr/>
        </p:nvSpPr>
        <p:spPr>
          <a:xfrm>
            <a:off x="6732719" y="462641"/>
            <a:ext cx="942654" cy="59327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51577D0-18E5-565A-3B65-BB99F45021DB}"/>
                  </a:ext>
                </a:extLst>
              </p:cNvPr>
              <p:cNvSpPr txBox="1"/>
              <p:nvPr/>
            </p:nvSpPr>
            <p:spPr>
              <a:xfrm>
                <a:off x="7891495" y="1018446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0.9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C51577D0-18E5-565A-3B65-BB99F4502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1018446"/>
                <a:ext cx="446593" cy="369332"/>
              </a:xfrm>
              <a:prstGeom prst="rect">
                <a:avLst/>
              </a:prstGeom>
              <a:blipFill>
                <a:blip r:embed="rId14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A3C1753-097E-72AB-D0EC-2B64B0884B1B}"/>
                  </a:ext>
                </a:extLst>
              </p:cNvPr>
              <p:cNvSpPr txBox="1"/>
              <p:nvPr/>
            </p:nvSpPr>
            <p:spPr>
              <a:xfrm>
                <a:off x="7891495" y="1972636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0.02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A3C1753-097E-72AB-D0EC-2B64B0884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1972636"/>
                <a:ext cx="446593" cy="369332"/>
              </a:xfrm>
              <a:prstGeom prst="rect">
                <a:avLst/>
              </a:prstGeom>
              <a:blipFill>
                <a:blip r:embed="rId15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5C739F1-DE0F-89B2-CD3F-322E4B9754B1}"/>
                  </a:ext>
                </a:extLst>
              </p:cNvPr>
              <p:cNvSpPr txBox="1"/>
              <p:nvPr/>
            </p:nvSpPr>
            <p:spPr>
              <a:xfrm>
                <a:off x="7891495" y="2997463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0.05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95C739F1-DE0F-89B2-CD3F-322E4B975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2997463"/>
                <a:ext cx="446593" cy="369332"/>
              </a:xfrm>
              <a:prstGeom prst="rect">
                <a:avLst/>
              </a:prstGeom>
              <a:blipFill>
                <a:blip r:embed="rId16"/>
                <a:stretch>
                  <a:fillRect r="-36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DA5F8C0-AF44-AB93-4B0B-F7E3C22D8017}"/>
                  </a:ext>
                </a:extLst>
              </p:cNvPr>
              <p:cNvSpPr txBox="1"/>
              <p:nvPr/>
            </p:nvSpPr>
            <p:spPr>
              <a:xfrm>
                <a:off x="7891495" y="5636444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0.001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DDA5F8C0-AF44-AB93-4B0B-F7E3C22D8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5636444"/>
                <a:ext cx="446593" cy="369332"/>
              </a:xfrm>
              <a:prstGeom prst="rect">
                <a:avLst/>
              </a:prstGeom>
              <a:blipFill>
                <a:blip r:embed="rId17"/>
                <a:stretch>
                  <a:fillRect r="-6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45DB6D96-E797-C3A6-0845-4D90FDA13082}"/>
              </a:ext>
            </a:extLst>
          </p:cNvPr>
          <p:cNvCxnSpPr>
            <a:stCxn id="12" idx="6"/>
            <a:endCxn id="96" idx="1"/>
          </p:cNvCxnSpPr>
          <p:nvPr/>
        </p:nvCxnSpPr>
        <p:spPr>
          <a:xfrm>
            <a:off x="6485086" y="1258983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9471E9B6-9D83-2CB5-69FF-72317A32CA58}"/>
              </a:ext>
            </a:extLst>
          </p:cNvPr>
          <p:cNvCxnSpPr/>
          <p:nvPr/>
        </p:nvCxnSpPr>
        <p:spPr>
          <a:xfrm>
            <a:off x="6485086" y="2145840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A1A24E86-8109-E20E-29C1-88B9D446E19F}"/>
              </a:ext>
            </a:extLst>
          </p:cNvPr>
          <p:cNvCxnSpPr/>
          <p:nvPr/>
        </p:nvCxnSpPr>
        <p:spPr>
          <a:xfrm>
            <a:off x="6485086" y="3192443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CC916ED2-B41D-6D57-5FD9-4198013A6262}"/>
              </a:ext>
            </a:extLst>
          </p:cNvPr>
          <p:cNvCxnSpPr/>
          <p:nvPr/>
        </p:nvCxnSpPr>
        <p:spPr>
          <a:xfrm>
            <a:off x="6485086" y="5852512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0440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3B4C537-BD39-C3D0-E812-85004B29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B9CFDDB6-0208-F36D-847F-DA8CDFE497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일반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실수값들을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상대적으로 잘 비교하게끔 표현하지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확률 범위로 표현하면 좋을 듯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단순한 아이디어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합을 분모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DE537DAB-DEE7-7E78-E616-1D25DC2672E8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49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A57654F-29FA-1720-F14E-92F90B17A615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553E06FD-966F-F55B-E68C-0E0D0F9C2923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8581A96-B9AC-829D-E98C-B6637641E49C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Softmax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E05C13-5693-8054-C078-E33CC952F3EF}"/>
                  </a:ext>
                </a:extLst>
              </p:cNvPr>
              <p:cNvSpPr txBox="1"/>
              <p:nvPr/>
            </p:nvSpPr>
            <p:spPr>
              <a:xfrm>
                <a:off x="4075889" y="2702170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E05C13-5693-8054-C078-E33CC952F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889" y="2702170"/>
                <a:ext cx="446593" cy="523220"/>
              </a:xfrm>
              <a:prstGeom prst="rect">
                <a:avLst/>
              </a:prstGeom>
              <a:blipFill>
                <a:blip r:embed="rId3"/>
                <a:stretch>
                  <a:fillRect l="-2778" t="-2381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C3AE013-78E3-AE1F-5BB4-1E492B04E0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490973"/>
              </p:ext>
            </p:extLst>
          </p:nvPr>
        </p:nvGraphicFramePr>
        <p:xfrm>
          <a:off x="3958383" y="3429000"/>
          <a:ext cx="681606" cy="1891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606">
                  <a:extLst>
                    <a:ext uri="{9D8B030D-6E8A-4147-A177-3AD203B41FA5}">
                      <a16:colId xmlns:a16="http://schemas.microsoft.com/office/drawing/2014/main" val="1089764317"/>
                    </a:ext>
                  </a:extLst>
                </a:gridCol>
              </a:tblGrid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352705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119357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30070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-5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992"/>
                  </a:ext>
                </a:extLst>
              </a:tr>
            </a:tbl>
          </a:graphicData>
        </a:graphic>
      </p:graphicFrame>
      <p:sp>
        <p:nvSpPr>
          <p:cNvPr id="5" name="화살표: 오른쪽 5">
            <a:extLst>
              <a:ext uri="{FF2B5EF4-FFF2-40B4-BE49-F238E27FC236}">
                <a16:creationId xmlns:a16="http://schemas.microsoft.com/office/drawing/2014/main" id="{C34E9126-361B-4C40-3491-8487D026FF48}"/>
              </a:ext>
            </a:extLst>
          </p:cNvPr>
          <p:cNvSpPr/>
          <p:nvPr/>
        </p:nvSpPr>
        <p:spPr>
          <a:xfrm>
            <a:off x="5146276" y="4289837"/>
            <a:ext cx="2256358" cy="3082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5BA0C0-EC7A-9DB5-7180-7E67D0054F4D}"/>
                  </a:ext>
                </a:extLst>
              </p:cNvPr>
              <p:cNvSpPr txBox="1"/>
              <p:nvPr/>
            </p:nvSpPr>
            <p:spPr>
              <a:xfrm>
                <a:off x="5180404" y="3416092"/>
                <a:ext cx="2125308" cy="6031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ko-KR" altLang="en-US" sz="16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75BA0C0-EC7A-9DB5-7180-7E67D0054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404" y="3416092"/>
                <a:ext cx="2125308" cy="603114"/>
              </a:xfrm>
              <a:prstGeom prst="rect">
                <a:avLst/>
              </a:prstGeom>
              <a:blipFill>
                <a:blip r:embed="rId4"/>
                <a:stretch>
                  <a:fillRect b="-61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161C1AF-CA4D-FF8B-8309-796B4189F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545107"/>
              </p:ext>
            </p:extLst>
          </p:nvPr>
        </p:nvGraphicFramePr>
        <p:xfrm>
          <a:off x="7908921" y="3429000"/>
          <a:ext cx="681606" cy="1891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606">
                  <a:extLst>
                    <a:ext uri="{9D8B030D-6E8A-4147-A177-3AD203B41FA5}">
                      <a16:colId xmlns:a16="http://schemas.microsoft.com/office/drawing/2014/main" val="1089764317"/>
                    </a:ext>
                  </a:extLst>
                </a:gridCol>
              </a:tblGrid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0.8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352705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0.08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119357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0.16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30070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-0.04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9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71348C-9BF2-7B4B-754A-5B606D8E565B}"/>
                  </a:ext>
                </a:extLst>
              </p:cNvPr>
              <p:cNvSpPr txBox="1"/>
              <p:nvPr/>
            </p:nvSpPr>
            <p:spPr>
              <a:xfrm>
                <a:off x="7982359" y="2702170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871348C-9BF2-7B4B-754A-5B606D8E5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59" y="2702170"/>
                <a:ext cx="446593" cy="523220"/>
              </a:xfrm>
              <a:prstGeom prst="rect">
                <a:avLst/>
              </a:prstGeom>
              <a:blipFill>
                <a:blip r:embed="rId5"/>
                <a:stretch>
                  <a:fillRect l="-8333" t="-2381" r="-5556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25941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4186976-FAFF-785E-8A83-03A95EC7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871AFDBF-B052-0391-103C-BEDCD5802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Exp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함수를 사용해서 음수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양수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Exp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작은 값의 차이도 크게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바꿔줌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indent="-228600">
              <a:lnSpc>
                <a:spcPct val="130000"/>
              </a:lnSpc>
              <a:spcBef>
                <a:spcPts val="0"/>
              </a:spcBef>
              <a:buSzPts val="2000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sigmoid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일반화 버전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FAD24CDD-2774-FCB6-20AC-B6BCBBDD13CD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65802F0-D826-80C8-2F81-2FD3284548C9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FE76DA55-38DE-652D-41C8-D4280CF8967F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F318EB4-01DA-219E-B953-99205F9525FD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Softmax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191ACB-99C4-7212-A4D5-CF086622A4BC}"/>
                  </a:ext>
                </a:extLst>
              </p:cNvPr>
              <p:cNvSpPr txBox="1"/>
              <p:nvPr/>
            </p:nvSpPr>
            <p:spPr>
              <a:xfrm>
                <a:off x="4075889" y="2702170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3191ACB-99C4-7212-A4D5-CF086622A4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889" y="2702170"/>
                <a:ext cx="446593" cy="523220"/>
              </a:xfrm>
              <a:prstGeom prst="rect">
                <a:avLst/>
              </a:prstGeom>
              <a:blipFill>
                <a:blip r:embed="rId3"/>
                <a:stretch>
                  <a:fillRect l="-2778" t="-2381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225F0BC-B74A-B939-F35E-33663BE11837}"/>
              </a:ext>
            </a:extLst>
          </p:cNvPr>
          <p:cNvGraphicFramePr>
            <a:graphicFrameLocks noGrp="1"/>
          </p:cNvGraphicFramePr>
          <p:nvPr/>
        </p:nvGraphicFramePr>
        <p:xfrm>
          <a:off x="3958383" y="3429000"/>
          <a:ext cx="681606" cy="1891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606">
                  <a:extLst>
                    <a:ext uri="{9D8B030D-6E8A-4147-A177-3AD203B41FA5}">
                      <a16:colId xmlns:a16="http://schemas.microsoft.com/office/drawing/2014/main" val="1089764317"/>
                    </a:ext>
                  </a:extLst>
                </a:gridCol>
              </a:tblGrid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352705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119357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30070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-5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992"/>
                  </a:ext>
                </a:extLst>
              </a:tr>
            </a:tbl>
          </a:graphicData>
        </a:graphic>
      </p:graphicFrame>
      <p:sp>
        <p:nvSpPr>
          <p:cNvPr id="5" name="화살표: 오른쪽 5">
            <a:extLst>
              <a:ext uri="{FF2B5EF4-FFF2-40B4-BE49-F238E27FC236}">
                <a16:creationId xmlns:a16="http://schemas.microsoft.com/office/drawing/2014/main" id="{68181317-7D78-9303-F254-7E2AF3CC7626}"/>
              </a:ext>
            </a:extLst>
          </p:cNvPr>
          <p:cNvSpPr/>
          <p:nvPr/>
        </p:nvSpPr>
        <p:spPr>
          <a:xfrm>
            <a:off x="5146276" y="4289837"/>
            <a:ext cx="2256358" cy="3082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52FAFA1-DCEC-E3DD-3A85-B799ADFB6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078963"/>
              </p:ext>
            </p:extLst>
          </p:nvPr>
        </p:nvGraphicFramePr>
        <p:xfrm>
          <a:off x="7488452" y="3429000"/>
          <a:ext cx="1522544" cy="1891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2544">
                  <a:extLst>
                    <a:ext uri="{9D8B030D-6E8A-4147-A177-3AD203B41FA5}">
                      <a16:colId xmlns:a16="http://schemas.microsoft.com/office/drawing/2014/main" val="1089764317"/>
                    </a:ext>
                  </a:extLst>
                </a:gridCol>
              </a:tblGrid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0.99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352705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0.0006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119357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30070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0.0004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9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B68735-D755-6594-086A-2157CE4E2419}"/>
                  </a:ext>
                </a:extLst>
              </p:cNvPr>
              <p:cNvSpPr txBox="1"/>
              <p:nvPr/>
            </p:nvSpPr>
            <p:spPr>
              <a:xfrm>
                <a:off x="7982359" y="2702170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4B68735-D755-6594-086A-2157CE4E2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59" y="2702170"/>
                <a:ext cx="446593" cy="523220"/>
              </a:xfrm>
              <a:prstGeom prst="rect">
                <a:avLst/>
              </a:prstGeom>
              <a:blipFill>
                <a:blip r:embed="rId4"/>
                <a:stretch>
                  <a:fillRect l="-8333" t="-2381" r="-5556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015AB0-9960-3267-ECC1-76ABC34BFF45}"/>
                  </a:ext>
                </a:extLst>
              </p:cNvPr>
              <p:cNvSpPr txBox="1"/>
              <p:nvPr/>
            </p:nvSpPr>
            <p:spPr>
              <a:xfrm>
                <a:off x="5277326" y="3514339"/>
                <a:ext cx="2125308" cy="648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16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015AB0-9960-3267-ECC1-76ABC34BFF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326" y="3514339"/>
                <a:ext cx="2125308" cy="648511"/>
              </a:xfrm>
              <a:prstGeom prst="rect">
                <a:avLst/>
              </a:prstGeom>
              <a:blipFill>
                <a:blip r:embed="rId5"/>
                <a:stretch>
                  <a:fillRect t="-9615" b="-9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4873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FEB95D01-D871-E8CF-88EF-E4E2B7B6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36CDD464-1266-FC6C-D78E-9A81C7B2F1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-&gt;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최대 값을 결과로 가지는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max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함수를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“soften”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7CE08DBC-A705-1111-1CC4-82049822947A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51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100F8EA-4CF3-9567-B66E-CEF5A31A5A49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1691D557-C1C3-0CEB-2FE8-9E378149D71E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5DCFFB7-2B7A-67CC-5B83-0932D5829E9B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Softmax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C22556-53F2-1164-0F50-520BB30EEC45}"/>
                  </a:ext>
                </a:extLst>
              </p:cNvPr>
              <p:cNvSpPr txBox="1"/>
              <p:nvPr/>
            </p:nvSpPr>
            <p:spPr>
              <a:xfrm>
                <a:off x="4075889" y="2702170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C22556-53F2-1164-0F50-520BB30EEC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5889" y="2702170"/>
                <a:ext cx="446593" cy="523220"/>
              </a:xfrm>
              <a:prstGeom prst="rect">
                <a:avLst/>
              </a:prstGeom>
              <a:blipFill>
                <a:blip r:embed="rId3"/>
                <a:stretch>
                  <a:fillRect l="-2778" t="-2381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6C93F0A-D3EC-07F7-F65F-6246622D5F6E}"/>
              </a:ext>
            </a:extLst>
          </p:cNvPr>
          <p:cNvGraphicFramePr>
            <a:graphicFrameLocks noGrp="1"/>
          </p:cNvGraphicFramePr>
          <p:nvPr/>
        </p:nvGraphicFramePr>
        <p:xfrm>
          <a:off x="3958383" y="3429000"/>
          <a:ext cx="681606" cy="1891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606">
                  <a:extLst>
                    <a:ext uri="{9D8B030D-6E8A-4147-A177-3AD203B41FA5}">
                      <a16:colId xmlns:a16="http://schemas.microsoft.com/office/drawing/2014/main" val="1089764317"/>
                    </a:ext>
                  </a:extLst>
                </a:gridCol>
              </a:tblGrid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352705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119357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30070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-5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992"/>
                  </a:ext>
                </a:extLst>
              </a:tr>
            </a:tbl>
          </a:graphicData>
        </a:graphic>
      </p:graphicFrame>
      <p:sp>
        <p:nvSpPr>
          <p:cNvPr id="5" name="화살표: 오른쪽 5">
            <a:extLst>
              <a:ext uri="{FF2B5EF4-FFF2-40B4-BE49-F238E27FC236}">
                <a16:creationId xmlns:a16="http://schemas.microsoft.com/office/drawing/2014/main" id="{6B82DA54-6D4E-5F3D-D471-EBAD27DBFC6C}"/>
              </a:ext>
            </a:extLst>
          </p:cNvPr>
          <p:cNvSpPr/>
          <p:nvPr/>
        </p:nvSpPr>
        <p:spPr>
          <a:xfrm>
            <a:off x="5146276" y="4289837"/>
            <a:ext cx="2256358" cy="3082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C33E6E8-9F2B-1457-2C4C-218ACD026D3A}"/>
              </a:ext>
            </a:extLst>
          </p:cNvPr>
          <p:cNvGraphicFramePr>
            <a:graphicFrameLocks noGrp="1"/>
          </p:cNvGraphicFramePr>
          <p:nvPr/>
        </p:nvGraphicFramePr>
        <p:xfrm>
          <a:off x="7488452" y="3429000"/>
          <a:ext cx="1522544" cy="1891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2544">
                  <a:extLst>
                    <a:ext uri="{9D8B030D-6E8A-4147-A177-3AD203B41FA5}">
                      <a16:colId xmlns:a16="http://schemas.microsoft.com/office/drawing/2014/main" val="1089764317"/>
                    </a:ext>
                  </a:extLst>
                </a:gridCol>
              </a:tblGrid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0.99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352705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0.0006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119357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0.006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30070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0.0004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99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9214EC-D8C9-0201-5F48-1E958A75F915}"/>
                  </a:ext>
                </a:extLst>
              </p:cNvPr>
              <p:cNvSpPr txBox="1"/>
              <p:nvPr/>
            </p:nvSpPr>
            <p:spPr>
              <a:xfrm>
                <a:off x="7982359" y="2702170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pPr>
                        <m:e>
                          <m:acc>
                            <m:accPr>
                              <m:chr m:val="̂"/>
                              <m:ctrlP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accPr>
                            <m:e>
                              <m:r>
                                <a:rPr lang="en-US" altLang="ko-KR" sz="2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</m:acc>
                        </m:e>
                        <m:sup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E9214EC-D8C9-0201-5F48-1E958A75F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359" y="2702170"/>
                <a:ext cx="446593" cy="523220"/>
              </a:xfrm>
              <a:prstGeom prst="rect">
                <a:avLst/>
              </a:prstGeom>
              <a:blipFill>
                <a:blip r:embed="rId4"/>
                <a:stretch>
                  <a:fillRect l="-8333" t="-2381" r="-5556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B2DCCA-A07A-1963-6726-C6E02102121A}"/>
                  </a:ext>
                </a:extLst>
              </p:cNvPr>
              <p:cNvSpPr txBox="1"/>
              <p:nvPr/>
            </p:nvSpPr>
            <p:spPr>
              <a:xfrm>
                <a:off x="5277326" y="3514339"/>
                <a:ext cx="2125308" cy="648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6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6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ko-KR" altLang="en-US" sz="16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5B2DCCA-A07A-1963-6726-C6E021021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326" y="3514339"/>
                <a:ext cx="2125308" cy="648511"/>
              </a:xfrm>
              <a:prstGeom prst="rect">
                <a:avLst/>
              </a:prstGeom>
              <a:blipFill>
                <a:blip r:embed="rId5"/>
                <a:stretch>
                  <a:fillRect t="-9615" b="-961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582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CEC2F327-0CAA-6CFB-4AAA-B35B18A1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6CF35662-C498-4EC4-D9C5-7059445B2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확률 범위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3E6C4B13-8EFD-92C0-2FEC-4A768A489A5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52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76EE67B-0C1F-37FE-C00E-CBF479D53212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E4AE2BBC-287D-A1D5-ACA1-65689EA23256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978A8A73-057A-83C1-81A4-EBB0B5B19B0B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Softmax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6" name="Picture 4" descr="강아지 사진 | Freepik">
            <a:extLst>
              <a:ext uri="{FF2B5EF4-FFF2-40B4-BE49-F238E27FC236}">
                <a16:creationId xmlns:a16="http://schemas.microsoft.com/office/drawing/2014/main" id="{E1BE4ACC-9871-4BD4-6894-040A485A72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0" t="34539" r="28906"/>
          <a:stretch/>
        </p:blipFill>
        <p:spPr bwMode="auto">
          <a:xfrm>
            <a:off x="560485" y="3263091"/>
            <a:ext cx="773214" cy="95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7AB5312E-C404-4149-4E8C-20C46A1203DC}"/>
              </a:ext>
            </a:extLst>
          </p:cNvPr>
          <p:cNvSpPr/>
          <p:nvPr/>
        </p:nvSpPr>
        <p:spPr>
          <a:xfrm>
            <a:off x="3363466" y="178305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D9A3DDD-29E6-2449-CBEE-B057C1A03D74}"/>
              </a:ext>
            </a:extLst>
          </p:cNvPr>
          <p:cNvSpPr/>
          <p:nvPr/>
        </p:nvSpPr>
        <p:spPr>
          <a:xfrm>
            <a:off x="3363466" y="3361401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0DF31CA-338D-724F-9239-876044C4A255}"/>
              </a:ext>
            </a:extLst>
          </p:cNvPr>
          <p:cNvSpPr/>
          <p:nvPr/>
        </p:nvSpPr>
        <p:spPr>
          <a:xfrm>
            <a:off x="3363466" y="50878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7F38BA8-54F7-DA41-0CB2-E1B350482819}"/>
              </a:ext>
            </a:extLst>
          </p:cNvPr>
          <p:cNvSpPr/>
          <p:nvPr/>
        </p:nvSpPr>
        <p:spPr>
          <a:xfrm>
            <a:off x="5867671" y="950275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C5393AB-0B56-2161-309B-B0BAD94EA331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10288" y="2091762"/>
            <a:ext cx="1353178" cy="1016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00E9E01-305C-5F70-EBB0-390BA3F41F27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010288" y="3107762"/>
            <a:ext cx="1353178" cy="5623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B0E0CE4-1B5B-7752-28FE-4D36BA43691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10288" y="3107762"/>
            <a:ext cx="1443596" cy="20705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0829596B-A5EB-126A-9DB7-9A741FC7D2B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10288" y="2091762"/>
            <a:ext cx="1353178" cy="22814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1607C78-1ED1-9431-14F2-765425CCF115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010288" y="3670109"/>
            <a:ext cx="1353178" cy="70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C605FFA-F6AD-9E14-0EE9-22F739FC704E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10288" y="4373174"/>
            <a:ext cx="1443596" cy="8051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424BD0D-6C07-F3FF-5B14-05CF53E00607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980881" y="1258983"/>
            <a:ext cx="1886790" cy="8327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FF23272-9D77-FDCA-3ED5-C623E74D3A8B}"/>
              </a:ext>
            </a:extLst>
          </p:cNvPr>
          <p:cNvCxnSpPr>
            <a:cxnSpLocks/>
            <a:stCxn id="10" idx="6"/>
            <a:endCxn id="27" idx="2"/>
          </p:cNvCxnSpPr>
          <p:nvPr/>
        </p:nvCxnSpPr>
        <p:spPr>
          <a:xfrm flipV="1">
            <a:off x="3980881" y="3244108"/>
            <a:ext cx="1892982" cy="4260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B8935C4C-1AEB-35DE-8314-C4208FD63DF3}"/>
              </a:ext>
            </a:extLst>
          </p:cNvPr>
          <p:cNvCxnSpPr>
            <a:cxnSpLocks/>
            <a:stCxn id="11" idx="6"/>
            <a:endCxn id="28" idx="2"/>
          </p:cNvCxnSpPr>
          <p:nvPr/>
        </p:nvCxnSpPr>
        <p:spPr>
          <a:xfrm>
            <a:off x="3980881" y="5396587"/>
            <a:ext cx="1886790" cy="4559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F4F388-1159-A9A1-43C4-46A1ABB7E769}"/>
                  </a:ext>
                </a:extLst>
              </p:cNvPr>
              <p:cNvSpPr txBox="1"/>
              <p:nvPr/>
            </p:nvSpPr>
            <p:spPr>
              <a:xfrm>
                <a:off x="7904499" y="35657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49F4F388-1159-A9A1-43C4-46A1ABB7E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499" y="356574"/>
                <a:ext cx="446593" cy="523220"/>
              </a:xfrm>
              <a:prstGeom prst="rect">
                <a:avLst/>
              </a:prstGeom>
              <a:blipFill>
                <a:blip r:embed="rId4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5D858F-4069-1C96-532C-AF668AFD548B}"/>
                  </a:ext>
                </a:extLst>
              </p:cNvPr>
              <p:cNvSpPr txBox="1"/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5D858F-4069-1C96-532C-AF668AFD5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화살표: 왼쪽/오른쪽 57">
            <a:extLst>
              <a:ext uri="{FF2B5EF4-FFF2-40B4-BE49-F238E27FC236}">
                <a16:creationId xmlns:a16="http://schemas.microsoft.com/office/drawing/2014/main" id="{0EB0DD5F-87DC-C2C3-040C-09589991F089}"/>
              </a:ext>
            </a:extLst>
          </p:cNvPr>
          <p:cNvSpPr/>
          <p:nvPr/>
        </p:nvSpPr>
        <p:spPr>
          <a:xfrm>
            <a:off x="8901796" y="1123409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85067E5-8C53-A79E-5920-0E5071B20B68}"/>
              </a:ext>
            </a:extLst>
          </p:cNvPr>
          <p:cNvSpPr/>
          <p:nvPr/>
        </p:nvSpPr>
        <p:spPr>
          <a:xfrm>
            <a:off x="5867671" y="1895746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2A9E541-51CD-EA2C-C516-22D86ADBA0C2}"/>
              </a:ext>
            </a:extLst>
          </p:cNvPr>
          <p:cNvSpPr/>
          <p:nvPr/>
        </p:nvSpPr>
        <p:spPr>
          <a:xfrm>
            <a:off x="5873863" y="29354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E425049-D3E0-DB44-F402-A19AEFF0FF21}"/>
              </a:ext>
            </a:extLst>
          </p:cNvPr>
          <p:cNvSpPr/>
          <p:nvPr/>
        </p:nvSpPr>
        <p:spPr>
          <a:xfrm>
            <a:off x="5867671" y="554380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1CB895-6F25-2A01-9020-8542EA0767A6}"/>
                  </a:ext>
                </a:extLst>
              </p:cNvPr>
              <p:cNvSpPr txBox="1"/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⋮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1CB895-6F25-2A01-9020-8542EA076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0881A0F-751A-2E50-8D22-2CBB9300A445}"/>
              </a:ext>
            </a:extLst>
          </p:cNvPr>
          <p:cNvCxnSpPr>
            <a:cxnSpLocks/>
            <a:stCxn id="11" idx="6"/>
            <a:endCxn id="27" idx="2"/>
          </p:cNvCxnSpPr>
          <p:nvPr/>
        </p:nvCxnSpPr>
        <p:spPr>
          <a:xfrm flipV="1">
            <a:off x="3980881" y="3244108"/>
            <a:ext cx="1892982" cy="21524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CFBFF2C-C93E-ABE9-394D-5D83934D6B00}"/>
              </a:ext>
            </a:extLst>
          </p:cNvPr>
          <p:cNvCxnSpPr>
            <a:cxnSpLocks/>
            <a:stCxn id="11" idx="6"/>
            <a:endCxn id="26" idx="2"/>
          </p:cNvCxnSpPr>
          <p:nvPr/>
        </p:nvCxnSpPr>
        <p:spPr>
          <a:xfrm flipV="1">
            <a:off x="3980881" y="2204454"/>
            <a:ext cx="1886790" cy="3192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F0E7A54-89A0-E6BC-3A94-71EEFC494D14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3980881" y="1258983"/>
            <a:ext cx="1886790" cy="41376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6AC2081-8A77-104B-E471-EA8E89E857E0}"/>
              </a:ext>
            </a:extLst>
          </p:cNvPr>
          <p:cNvCxnSpPr>
            <a:cxnSpLocks/>
            <a:stCxn id="9" idx="6"/>
            <a:endCxn id="26" idx="2"/>
          </p:cNvCxnSpPr>
          <p:nvPr/>
        </p:nvCxnSpPr>
        <p:spPr>
          <a:xfrm>
            <a:off x="3980881" y="2091762"/>
            <a:ext cx="1886790" cy="1126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AC47A972-EED1-846D-D06F-A96AAA05B67F}"/>
              </a:ext>
            </a:extLst>
          </p:cNvPr>
          <p:cNvCxnSpPr>
            <a:cxnSpLocks/>
            <a:stCxn id="9" idx="6"/>
            <a:endCxn id="27" idx="2"/>
          </p:cNvCxnSpPr>
          <p:nvPr/>
        </p:nvCxnSpPr>
        <p:spPr>
          <a:xfrm>
            <a:off x="3980881" y="2091762"/>
            <a:ext cx="1892982" cy="1152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D6C437F-BEB4-C3FD-2BAD-AFD726F6CDBF}"/>
              </a:ext>
            </a:extLst>
          </p:cNvPr>
          <p:cNvCxnSpPr>
            <a:cxnSpLocks/>
            <a:stCxn id="9" idx="6"/>
            <a:endCxn id="28" idx="2"/>
          </p:cNvCxnSpPr>
          <p:nvPr/>
        </p:nvCxnSpPr>
        <p:spPr>
          <a:xfrm>
            <a:off x="3980881" y="2091762"/>
            <a:ext cx="1886790" cy="3760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35940160-E906-8665-6C42-FCACAEB8F08A}"/>
              </a:ext>
            </a:extLst>
          </p:cNvPr>
          <p:cNvCxnSpPr>
            <a:cxnSpLocks/>
            <a:stCxn id="10" idx="6"/>
            <a:endCxn id="28" idx="2"/>
          </p:cNvCxnSpPr>
          <p:nvPr/>
        </p:nvCxnSpPr>
        <p:spPr>
          <a:xfrm>
            <a:off x="3980881" y="3670109"/>
            <a:ext cx="1886790" cy="21824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F425B7F-12D6-F92C-9D6D-C51BDD8FDB8A}"/>
              </a:ext>
            </a:extLst>
          </p:cNvPr>
          <p:cNvCxnSpPr>
            <a:cxnSpLocks/>
            <a:stCxn id="10" idx="6"/>
            <a:endCxn id="26" idx="2"/>
          </p:cNvCxnSpPr>
          <p:nvPr/>
        </p:nvCxnSpPr>
        <p:spPr>
          <a:xfrm flipV="1">
            <a:off x="3980881" y="2204454"/>
            <a:ext cx="1886790" cy="1465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E9499E1-4877-7DC3-AEFF-8EC64612E5BD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3980881" y="1258983"/>
            <a:ext cx="1886790" cy="2411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08DECAEA-09B8-86DB-E57F-C2E7C3D715D2}"/>
              </a:ext>
            </a:extLst>
          </p:cNvPr>
          <p:cNvSpPr/>
          <p:nvPr/>
        </p:nvSpPr>
        <p:spPr>
          <a:xfrm>
            <a:off x="1379202" y="27735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BCD4589-25BE-161A-3E55-9057D000F41C}"/>
              </a:ext>
            </a:extLst>
          </p:cNvPr>
          <p:cNvSpPr/>
          <p:nvPr/>
        </p:nvSpPr>
        <p:spPr>
          <a:xfrm>
            <a:off x="1379202" y="40829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41" name="화살표: 왼쪽/오른쪽 107">
            <a:extLst>
              <a:ext uri="{FF2B5EF4-FFF2-40B4-BE49-F238E27FC236}">
                <a16:creationId xmlns:a16="http://schemas.microsoft.com/office/drawing/2014/main" id="{38B8F67C-DB24-98A5-3017-09FCAA13B855}"/>
              </a:ext>
            </a:extLst>
          </p:cNvPr>
          <p:cNvSpPr/>
          <p:nvPr/>
        </p:nvSpPr>
        <p:spPr>
          <a:xfrm>
            <a:off x="8895331" y="1967268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왼쪽/오른쪽 108">
            <a:extLst>
              <a:ext uri="{FF2B5EF4-FFF2-40B4-BE49-F238E27FC236}">
                <a16:creationId xmlns:a16="http://schemas.microsoft.com/office/drawing/2014/main" id="{B23EAE30-9B0D-8C62-FDC7-8784487BBB7B}"/>
              </a:ext>
            </a:extLst>
          </p:cNvPr>
          <p:cNvSpPr/>
          <p:nvPr/>
        </p:nvSpPr>
        <p:spPr>
          <a:xfrm>
            <a:off x="8895331" y="3027570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왼쪽/오른쪽 109">
            <a:extLst>
              <a:ext uri="{FF2B5EF4-FFF2-40B4-BE49-F238E27FC236}">
                <a16:creationId xmlns:a16="http://schemas.microsoft.com/office/drawing/2014/main" id="{C4663D00-FC70-0E4A-4E4C-CCCFE556F76D}"/>
              </a:ext>
            </a:extLst>
          </p:cNvPr>
          <p:cNvSpPr/>
          <p:nvPr/>
        </p:nvSpPr>
        <p:spPr>
          <a:xfrm>
            <a:off x="8895331" y="5636444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D11E284-9D1E-CB8C-7860-D27C069886A7}"/>
                  </a:ext>
                </a:extLst>
              </p:cNvPr>
              <p:cNvSpPr txBox="1"/>
              <p:nvPr/>
            </p:nvSpPr>
            <p:spPr>
              <a:xfrm>
                <a:off x="10202260" y="941476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D11E284-9D1E-CB8C-7860-D27C06988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941476"/>
                <a:ext cx="44659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4B4F25-5475-F511-2643-05E253F92DE2}"/>
                  </a:ext>
                </a:extLst>
              </p:cNvPr>
              <p:cNvSpPr txBox="1"/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84B4F25-5475-F511-2643-05E253F9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FAE323F-1B39-2331-A895-2C8725291568}"/>
                  </a:ext>
                </a:extLst>
              </p:cNvPr>
              <p:cNvSpPr txBox="1"/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FAE323F-1B39-2331-A895-2C87252915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F19573A-1A14-1366-F4A3-FEC518D5F126}"/>
                  </a:ext>
                </a:extLst>
              </p:cNvPr>
              <p:cNvSpPr txBox="1"/>
              <p:nvPr/>
            </p:nvSpPr>
            <p:spPr>
              <a:xfrm>
                <a:off x="10202260" y="5585059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F19573A-1A14-1366-F4A3-FEC518D5F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5585059"/>
                <a:ext cx="44659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46755C-FDCB-9AEF-9E39-E614B34AD09D}"/>
                  </a:ext>
                </a:extLst>
              </p:cNvPr>
              <p:cNvSpPr txBox="1"/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846755C-FDCB-9AEF-9E39-E614B34AD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blipFill>
                <a:blip r:embed="rId10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39D8C29-04B1-D42A-8B3A-1F429B5A81BF}"/>
                  </a:ext>
                </a:extLst>
              </p:cNvPr>
              <p:cNvSpPr txBox="1"/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39D8C29-04B1-D42A-8B3A-1F429B5A8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B459CA5-38DD-2737-D27F-1DD16DADFB7C}"/>
                  </a:ext>
                </a:extLst>
              </p:cNvPr>
              <p:cNvSpPr txBox="1"/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20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B459CA5-38DD-2737-D27F-1DD16DADF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B22C849-5CF3-3BAB-7803-668AD7AE9D65}"/>
                  </a:ext>
                </a:extLst>
              </p:cNvPr>
              <p:cNvSpPr txBox="1"/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−5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9B22C849-5CF3-3BAB-7803-668AD7AE9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blipFill>
                <a:blip r:embed="rId13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사각형: 둥근 모서리 9">
            <a:extLst>
              <a:ext uri="{FF2B5EF4-FFF2-40B4-BE49-F238E27FC236}">
                <a16:creationId xmlns:a16="http://schemas.microsoft.com/office/drawing/2014/main" id="{5721EE4B-471E-2924-9AA9-CDF8FDA948B1}"/>
              </a:ext>
            </a:extLst>
          </p:cNvPr>
          <p:cNvSpPr/>
          <p:nvPr/>
        </p:nvSpPr>
        <p:spPr>
          <a:xfrm>
            <a:off x="6732719" y="462641"/>
            <a:ext cx="942654" cy="59327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BC47F11-0F6C-9276-EACC-C2E664AAC4F3}"/>
                  </a:ext>
                </a:extLst>
              </p:cNvPr>
              <p:cNvSpPr txBox="1"/>
              <p:nvPr/>
            </p:nvSpPr>
            <p:spPr>
              <a:xfrm>
                <a:off x="7891495" y="1018446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0.9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BC47F11-0F6C-9276-EACC-C2E664AAC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1018446"/>
                <a:ext cx="446593" cy="369332"/>
              </a:xfrm>
              <a:prstGeom prst="rect">
                <a:avLst/>
              </a:prstGeom>
              <a:blipFill>
                <a:blip r:embed="rId14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192B26-6A77-3642-91AD-750765961EF9}"/>
                  </a:ext>
                </a:extLst>
              </p:cNvPr>
              <p:cNvSpPr txBox="1"/>
              <p:nvPr/>
            </p:nvSpPr>
            <p:spPr>
              <a:xfrm>
                <a:off x="7891495" y="1972636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0.02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192B26-6A77-3642-91AD-750765961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1972636"/>
                <a:ext cx="446593" cy="369332"/>
              </a:xfrm>
              <a:prstGeom prst="rect">
                <a:avLst/>
              </a:prstGeom>
              <a:blipFill>
                <a:blip r:embed="rId15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7E9475E-C25A-FE98-62E6-D2F14F5A4BFE}"/>
                  </a:ext>
                </a:extLst>
              </p:cNvPr>
              <p:cNvSpPr txBox="1"/>
              <p:nvPr/>
            </p:nvSpPr>
            <p:spPr>
              <a:xfrm>
                <a:off x="7891495" y="2997463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0.05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67E9475E-C25A-FE98-62E6-D2F14F5A4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2997463"/>
                <a:ext cx="446593" cy="369332"/>
              </a:xfrm>
              <a:prstGeom prst="rect">
                <a:avLst/>
              </a:prstGeom>
              <a:blipFill>
                <a:blip r:embed="rId16"/>
                <a:stretch>
                  <a:fillRect r="-36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9028277-D8E4-6604-8A9C-B21BCACB938D}"/>
                  </a:ext>
                </a:extLst>
              </p:cNvPr>
              <p:cNvSpPr txBox="1"/>
              <p:nvPr/>
            </p:nvSpPr>
            <p:spPr>
              <a:xfrm>
                <a:off x="7891495" y="5636444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0.001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9028277-D8E4-6604-8A9C-B21BCACB9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5636444"/>
                <a:ext cx="446593" cy="369332"/>
              </a:xfrm>
              <a:prstGeom prst="rect">
                <a:avLst/>
              </a:prstGeom>
              <a:blipFill>
                <a:blip r:embed="rId17"/>
                <a:stretch>
                  <a:fillRect r="-6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C42D3356-B8DA-AC38-26DD-E7224600645E}"/>
              </a:ext>
            </a:extLst>
          </p:cNvPr>
          <p:cNvCxnSpPr>
            <a:stCxn id="12" idx="6"/>
            <a:endCxn id="53" idx="1"/>
          </p:cNvCxnSpPr>
          <p:nvPr/>
        </p:nvCxnSpPr>
        <p:spPr>
          <a:xfrm>
            <a:off x="6485086" y="1258983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5F757A64-04B5-CB78-98C7-64AD98EFA007}"/>
              </a:ext>
            </a:extLst>
          </p:cNvPr>
          <p:cNvCxnSpPr/>
          <p:nvPr/>
        </p:nvCxnSpPr>
        <p:spPr>
          <a:xfrm>
            <a:off x="6485086" y="2145840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A86343A-2A2F-BAF0-348F-263D17AE8954}"/>
              </a:ext>
            </a:extLst>
          </p:cNvPr>
          <p:cNvCxnSpPr/>
          <p:nvPr/>
        </p:nvCxnSpPr>
        <p:spPr>
          <a:xfrm>
            <a:off x="6485086" y="3192443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5E58A9B-548E-69CD-979E-FF98B672C1BD}"/>
              </a:ext>
            </a:extLst>
          </p:cNvPr>
          <p:cNvCxnSpPr/>
          <p:nvPr/>
        </p:nvCxnSpPr>
        <p:spPr>
          <a:xfrm>
            <a:off x="6485086" y="5852512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D15C700-CF36-5326-F9C4-9EA449860771}"/>
                  </a:ext>
                </a:extLst>
              </p:cNvPr>
              <p:cNvSpPr txBox="1"/>
              <p:nvPr/>
            </p:nvSpPr>
            <p:spPr>
              <a:xfrm>
                <a:off x="6333086" y="-16666"/>
                <a:ext cx="16519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𝑠𝑜𝑓𝑡𝑚𝑎𝑥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D15C700-CF36-5326-F9C4-9EA449860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086" y="-16666"/>
                <a:ext cx="1651906" cy="523220"/>
              </a:xfrm>
              <a:prstGeom prst="rect">
                <a:avLst/>
              </a:prstGeom>
              <a:blipFill>
                <a:blip r:embed="rId18"/>
                <a:stretch>
                  <a:fillRect l="-2290" r="-152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1390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41F331F5-0283-4A58-671E-B0F4E9543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3A92E85C-3294-3A87-53A0-D2E5A3534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확률 범위</a:t>
            </a: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41B8A184-0417-84E8-C2A7-4F949322CF17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53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0F69652-5C29-BADE-FB0A-ED86C393F87E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A58A79EE-E2B0-080A-600E-1647114AFF44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17DAAD2B-6F5D-2513-2B1E-EF05296E40CC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 err="1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sym typeface="Arial"/>
                </a:rPr>
                <a:t>Softmax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6" name="Picture 4" descr="강아지 사진 | Freepik">
            <a:extLst>
              <a:ext uri="{FF2B5EF4-FFF2-40B4-BE49-F238E27FC236}">
                <a16:creationId xmlns:a16="http://schemas.microsoft.com/office/drawing/2014/main" id="{5E796A83-2213-E177-AB83-DE387A1ED58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790" t="34539" r="28906"/>
          <a:stretch/>
        </p:blipFill>
        <p:spPr bwMode="auto">
          <a:xfrm>
            <a:off x="560485" y="3263091"/>
            <a:ext cx="773214" cy="957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0D0FDC93-6C75-2EA5-DFA7-CD7AEEB66C03}"/>
              </a:ext>
            </a:extLst>
          </p:cNvPr>
          <p:cNvSpPr/>
          <p:nvPr/>
        </p:nvSpPr>
        <p:spPr>
          <a:xfrm>
            <a:off x="3363466" y="178305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7AC2EB8-D388-8D93-F1F4-A002C6AF71FA}"/>
              </a:ext>
            </a:extLst>
          </p:cNvPr>
          <p:cNvSpPr/>
          <p:nvPr/>
        </p:nvSpPr>
        <p:spPr>
          <a:xfrm>
            <a:off x="3363466" y="3361401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156A62F-6A64-9288-5FD4-EBA97B1632FB}"/>
              </a:ext>
            </a:extLst>
          </p:cNvPr>
          <p:cNvSpPr/>
          <p:nvPr/>
        </p:nvSpPr>
        <p:spPr>
          <a:xfrm>
            <a:off x="3363466" y="50878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991BF0A-72F4-C020-5373-B5D8458489F7}"/>
              </a:ext>
            </a:extLst>
          </p:cNvPr>
          <p:cNvSpPr/>
          <p:nvPr/>
        </p:nvSpPr>
        <p:spPr>
          <a:xfrm>
            <a:off x="5867671" y="950275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14A88C54-6498-87AC-79F9-6AF619DA10CF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10288" y="2091762"/>
            <a:ext cx="1353178" cy="1016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B04BFC6-8B30-A8AF-9168-78B19D9A1CB0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010288" y="3107762"/>
            <a:ext cx="1353178" cy="5623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6EDE96B-4570-8B42-46FC-7BC31D2FA03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10288" y="3107762"/>
            <a:ext cx="1443596" cy="20705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D9F0D097-DBBB-634A-6085-B709CBB4DABB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10288" y="2091762"/>
            <a:ext cx="1353178" cy="228141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2246D3C-C09D-D5A6-CD06-A5D44A1A1A39}"/>
              </a:ext>
            </a:extLst>
          </p:cNvPr>
          <p:cNvCxnSpPr>
            <a:cxnSpLocks/>
            <a:endCxn id="10" idx="2"/>
          </p:cNvCxnSpPr>
          <p:nvPr/>
        </p:nvCxnSpPr>
        <p:spPr>
          <a:xfrm flipV="1">
            <a:off x="2010288" y="3670109"/>
            <a:ext cx="1353178" cy="703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5F146E3-FAA1-6382-62EF-E8465A739877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10288" y="4373174"/>
            <a:ext cx="1443596" cy="8051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2D4CFC2-6EC3-5EEC-0FEC-7FE9D2844DA5}"/>
              </a:ext>
            </a:extLst>
          </p:cNvPr>
          <p:cNvCxnSpPr>
            <a:cxnSpLocks/>
            <a:stCxn id="9" idx="6"/>
            <a:endCxn id="12" idx="2"/>
          </p:cNvCxnSpPr>
          <p:nvPr/>
        </p:nvCxnSpPr>
        <p:spPr>
          <a:xfrm flipV="1">
            <a:off x="3980881" y="1258983"/>
            <a:ext cx="1886790" cy="8327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11F01FB-14E9-7972-D3F9-DB7B1F71E0F2}"/>
              </a:ext>
            </a:extLst>
          </p:cNvPr>
          <p:cNvCxnSpPr>
            <a:cxnSpLocks/>
            <a:stCxn id="10" idx="6"/>
            <a:endCxn id="27" idx="2"/>
          </p:cNvCxnSpPr>
          <p:nvPr/>
        </p:nvCxnSpPr>
        <p:spPr>
          <a:xfrm flipV="1">
            <a:off x="3980881" y="3244108"/>
            <a:ext cx="1892982" cy="42600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27EB4B6-8499-2B1A-0E55-27B88A684CC6}"/>
              </a:ext>
            </a:extLst>
          </p:cNvPr>
          <p:cNvCxnSpPr>
            <a:cxnSpLocks/>
            <a:stCxn id="11" idx="6"/>
            <a:endCxn id="28" idx="2"/>
          </p:cNvCxnSpPr>
          <p:nvPr/>
        </p:nvCxnSpPr>
        <p:spPr>
          <a:xfrm>
            <a:off x="3980881" y="5396587"/>
            <a:ext cx="1886790" cy="45592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04560D-F46C-B2FA-8B61-C48ECFCBFA37}"/>
                  </a:ext>
                </a:extLst>
              </p:cNvPr>
              <p:cNvSpPr txBox="1"/>
              <p:nvPr/>
            </p:nvSpPr>
            <p:spPr>
              <a:xfrm>
                <a:off x="7904499" y="35657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04560D-F46C-B2FA-8B61-C48ECFCBF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4499" y="356574"/>
                <a:ext cx="446593" cy="523220"/>
              </a:xfrm>
              <a:prstGeom prst="rect">
                <a:avLst/>
              </a:prstGeom>
              <a:blipFill>
                <a:blip r:embed="rId4"/>
                <a:stretch>
                  <a:fillRect t="-2326" b="-11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9EE67F-9D8B-9BF2-C7D4-3E650EAA97CB}"/>
                  </a:ext>
                </a:extLst>
              </p:cNvPr>
              <p:cNvSpPr txBox="1"/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9EE67F-9D8B-9BF2-C7D4-3E650EAA97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294034"/>
                <a:ext cx="446593" cy="523220"/>
              </a:xfrm>
              <a:prstGeom prst="rect">
                <a:avLst/>
              </a:prstGeom>
              <a:blipFill>
                <a:blip r:embed="rId5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화살표: 왼쪽/오른쪽 57">
            <a:extLst>
              <a:ext uri="{FF2B5EF4-FFF2-40B4-BE49-F238E27FC236}">
                <a16:creationId xmlns:a16="http://schemas.microsoft.com/office/drawing/2014/main" id="{CE6767B4-9813-7F94-990F-BD9E2C41C484}"/>
              </a:ext>
            </a:extLst>
          </p:cNvPr>
          <p:cNvSpPr/>
          <p:nvPr/>
        </p:nvSpPr>
        <p:spPr>
          <a:xfrm>
            <a:off x="8901796" y="1123409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8DDDD85-8D08-9914-100F-9B0663C4A272}"/>
              </a:ext>
            </a:extLst>
          </p:cNvPr>
          <p:cNvSpPr/>
          <p:nvPr/>
        </p:nvSpPr>
        <p:spPr>
          <a:xfrm>
            <a:off x="5867671" y="1895746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05CBFDF-E504-DD3B-6EE7-3A5DACFD4258}"/>
              </a:ext>
            </a:extLst>
          </p:cNvPr>
          <p:cNvSpPr/>
          <p:nvPr/>
        </p:nvSpPr>
        <p:spPr>
          <a:xfrm>
            <a:off x="5873863" y="29354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0472336-D672-CE37-CCE5-8BCCD3A876D3}"/>
              </a:ext>
            </a:extLst>
          </p:cNvPr>
          <p:cNvSpPr/>
          <p:nvPr/>
        </p:nvSpPr>
        <p:spPr>
          <a:xfrm>
            <a:off x="5867671" y="5543804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EFB211E-5B18-15F1-B3C5-7EA29FF0DE68}"/>
                  </a:ext>
                </a:extLst>
              </p:cNvPr>
              <p:cNvSpPr txBox="1"/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⋮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EFB211E-5B18-15F1-B3C5-7EA29FF0D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432" y="4188507"/>
                <a:ext cx="44659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A1ED2C6F-62B9-E29E-25C2-29242C64C982}"/>
              </a:ext>
            </a:extLst>
          </p:cNvPr>
          <p:cNvCxnSpPr>
            <a:cxnSpLocks/>
            <a:stCxn id="11" idx="6"/>
            <a:endCxn id="27" idx="2"/>
          </p:cNvCxnSpPr>
          <p:nvPr/>
        </p:nvCxnSpPr>
        <p:spPr>
          <a:xfrm flipV="1">
            <a:off x="3980881" y="3244108"/>
            <a:ext cx="1892982" cy="215247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E57894BF-0FFF-F66F-544A-750154E3B9BC}"/>
              </a:ext>
            </a:extLst>
          </p:cNvPr>
          <p:cNvCxnSpPr>
            <a:cxnSpLocks/>
            <a:stCxn id="11" idx="6"/>
            <a:endCxn id="26" idx="2"/>
          </p:cNvCxnSpPr>
          <p:nvPr/>
        </p:nvCxnSpPr>
        <p:spPr>
          <a:xfrm flipV="1">
            <a:off x="3980881" y="2204454"/>
            <a:ext cx="1886790" cy="31921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27A6A324-95A1-1D52-76AF-8AC37C14F041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3980881" y="1258983"/>
            <a:ext cx="1886790" cy="41376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782F79A-0F8F-03F0-800A-2AC6636E855D}"/>
              </a:ext>
            </a:extLst>
          </p:cNvPr>
          <p:cNvCxnSpPr>
            <a:cxnSpLocks/>
            <a:stCxn id="9" idx="6"/>
            <a:endCxn id="26" idx="2"/>
          </p:cNvCxnSpPr>
          <p:nvPr/>
        </p:nvCxnSpPr>
        <p:spPr>
          <a:xfrm>
            <a:off x="3980881" y="2091762"/>
            <a:ext cx="1886790" cy="1126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9336C5B-42AE-FA27-4A3B-8231604BD2A1}"/>
              </a:ext>
            </a:extLst>
          </p:cNvPr>
          <p:cNvCxnSpPr>
            <a:cxnSpLocks/>
            <a:stCxn id="9" idx="6"/>
            <a:endCxn id="27" idx="2"/>
          </p:cNvCxnSpPr>
          <p:nvPr/>
        </p:nvCxnSpPr>
        <p:spPr>
          <a:xfrm>
            <a:off x="3980881" y="2091762"/>
            <a:ext cx="1892982" cy="11523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6A6D714-7EAF-F9E8-071C-E9ECBC70695D}"/>
              </a:ext>
            </a:extLst>
          </p:cNvPr>
          <p:cNvCxnSpPr>
            <a:cxnSpLocks/>
            <a:stCxn id="9" idx="6"/>
            <a:endCxn id="28" idx="2"/>
          </p:cNvCxnSpPr>
          <p:nvPr/>
        </p:nvCxnSpPr>
        <p:spPr>
          <a:xfrm>
            <a:off x="3980881" y="2091762"/>
            <a:ext cx="1886790" cy="37607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779B134-8885-AE33-1032-A5E08E762477}"/>
              </a:ext>
            </a:extLst>
          </p:cNvPr>
          <p:cNvCxnSpPr>
            <a:cxnSpLocks/>
            <a:stCxn id="10" idx="6"/>
            <a:endCxn id="28" idx="2"/>
          </p:cNvCxnSpPr>
          <p:nvPr/>
        </p:nvCxnSpPr>
        <p:spPr>
          <a:xfrm>
            <a:off x="3980881" y="3670109"/>
            <a:ext cx="1886790" cy="21824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3418136-73FD-1AC6-8FC8-DB0681103799}"/>
              </a:ext>
            </a:extLst>
          </p:cNvPr>
          <p:cNvCxnSpPr>
            <a:cxnSpLocks/>
            <a:stCxn id="10" idx="6"/>
            <a:endCxn id="26" idx="2"/>
          </p:cNvCxnSpPr>
          <p:nvPr/>
        </p:nvCxnSpPr>
        <p:spPr>
          <a:xfrm flipV="1">
            <a:off x="3980881" y="2204454"/>
            <a:ext cx="1886790" cy="14656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941DE8F-3057-AEEE-B5F3-85BCE588204A}"/>
              </a:ext>
            </a:extLst>
          </p:cNvPr>
          <p:cNvCxnSpPr>
            <a:cxnSpLocks/>
            <a:stCxn id="10" idx="6"/>
            <a:endCxn id="12" idx="2"/>
          </p:cNvCxnSpPr>
          <p:nvPr/>
        </p:nvCxnSpPr>
        <p:spPr>
          <a:xfrm flipV="1">
            <a:off x="3980881" y="1258983"/>
            <a:ext cx="1886790" cy="2411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타원 38">
            <a:extLst>
              <a:ext uri="{FF2B5EF4-FFF2-40B4-BE49-F238E27FC236}">
                <a16:creationId xmlns:a16="http://schemas.microsoft.com/office/drawing/2014/main" id="{07BE76E4-1D7E-26E5-7270-C2EA5F1DBD46}"/>
              </a:ext>
            </a:extLst>
          </p:cNvPr>
          <p:cNvSpPr/>
          <p:nvPr/>
        </p:nvSpPr>
        <p:spPr>
          <a:xfrm>
            <a:off x="1379202" y="2773579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A9D0928D-BDD7-EF1A-BA11-E59E0B751C6F}"/>
              </a:ext>
            </a:extLst>
          </p:cNvPr>
          <p:cNvSpPr/>
          <p:nvPr/>
        </p:nvSpPr>
        <p:spPr>
          <a:xfrm>
            <a:off x="1379202" y="4082900"/>
            <a:ext cx="617415" cy="617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>
              <a:solidFill>
                <a:sysClr val="windowText" lastClr="000000"/>
              </a:solidFill>
            </a:endParaRPr>
          </a:p>
        </p:txBody>
      </p:sp>
      <p:sp>
        <p:nvSpPr>
          <p:cNvPr id="41" name="화살표: 왼쪽/오른쪽 107">
            <a:extLst>
              <a:ext uri="{FF2B5EF4-FFF2-40B4-BE49-F238E27FC236}">
                <a16:creationId xmlns:a16="http://schemas.microsoft.com/office/drawing/2014/main" id="{51183968-ACE5-8D49-9CA8-7CA51A8CE712}"/>
              </a:ext>
            </a:extLst>
          </p:cNvPr>
          <p:cNvSpPr/>
          <p:nvPr/>
        </p:nvSpPr>
        <p:spPr>
          <a:xfrm>
            <a:off x="8895331" y="1967268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화살표: 왼쪽/오른쪽 108">
            <a:extLst>
              <a:ext uri="{FF2B5EF4-FFF2-40B4-BE49-F238E27FC236}">
                <a16:creationId xmlns:a16="http://schemas.microsoft.com/office/drawing/2014/main" id="{08C32983-88E1-F2E1-2716-FEA5B4423A40}"/>
              </a:ext>
            </a:extLst>
          </p:cNvPr>
          <p:cNvSpPr/>
          <p:nvPr/>
        </p:nvSpPr>
        <p:spPr>
          <a:xfrm>
            <a:off x="8895331" y="3027570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화살표: 왼쪽/오른쪽 109">
            <a:extLst>
              <a:ext uri="{FF2B5EF4-FFF2-40B4-BE49-F238E27FC236}">
                <a16:creationId xmlns:a16="http://schemas.microsoft.com/office/drawing/2014/main" id="{7D0233FB-F85E-D2EF-CEAA-95ED039742E8}"/>
              </a:ext>
            </a:extLst>
          </p:cNvPr>
          <p:cNvSpPr/>
          <p:nvPr/>
        </p:nvSpPr>
        <p:spPr>
          <a:xfrm>
            <a:off x="8895331" y="5636444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F7C8B92-FED0-5B82-18F0-694EF37CE834}"/>
                  </a:ext>
                </a:extLst>
              </p:cNvPr>
              <p:cNvSpPr txBox="1"/>
              <p:nvPr/>
            </p:nvSpPr>
            <p:spPr>
              <a:xfrm>
                <a:off x="10202260" y="941476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F7C8B92-FED0-5B82-18F0-694EF37CE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941476"/>
                <a:ext cx="446593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59AF72C-D4C3-D977-3895-C3E88CBC3971}"/>
                  </a:ext>
                </a:extLst>
              </p:cNvPr>
              <p:cNvSpPr txBox="1"/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59AF72C-D4C3-D977-3895-C3E88CBC3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1906316"/>
                <a:ext cx="4465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244543C-FD86-2BD9-C7A9-08DC57578C3F}"/>
                  </a:ext>
                </a:extLst>
              </p:cNvPr>
              <p:cNvSpPr txBox="1"/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244543C-FD86-2BD9-C7A9-08DC57578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3012252"/>
                <a:ext cx="44659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F2AE5A-DBB1-D39C-7CE0-7CAA58A52146}"/>
                  </a:ext>
                </a:extLst>
              </p:cNvPr>
              <p:cNvSpPr txBox="1"/>
              <p:nvPr/>
            </p:nvSpPr>
            <p:spPr>
              <a:xfrm>
                <a:off x="10202260" y="5585059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DF2AE5A-DBB1-D39C-7CE0-7CAA58A52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2260" y="5585059"/>
                <a:ext cx="44659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9D62960-E9B2-0362-08B7-E739C303CD06}"/>
                  </a:ext>
                </a:extLst>
              </p:cNvPr>
              <p:cNvSpPr txBox="1"/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59D62960-E9B2-0362-08B7-E739C303CD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1067590"/>
                <a:ext cx="446593" cy="369332"/>
              </a:xfrm>
              <a:prstGeom prst="rect">
                <a:avLst/>
              </a:prstGeom>
              <a:blipFill>
                <a:blip r:embed="rId10"/>
                <a:stretch>
                  <a:fillRect r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F3E03D-F3DA-51C2-37D5-9B84ACD98F83}"/>
                  </a:ext>
                </a:extLst>
              </p:cNvPr>
              <p:cNvSpPr txBox="1"/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4F3E03D-F3DA-51C2-37D5-9B84ACD98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2021780"/>
                <a:ext cx="446593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2DEE8B-C591-C156-DCCF-819ACDEAEEC2}"/>
                  </a:ext>
                </a:extLst>
              </p:cNvPr>
              <p:cNvSpPr txBox="1"/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20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32DEE8B-C591-C156-DCCF-819ACDEAE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3046607"/>
                <a:ext cx="446593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3AF58E5-00DC-8C5A-ED71-4274AA9C755B}"/>
                  </a:ext>
                </a:extLst>
              </p:cNvPr>
              <p:cNvSpPr txBox="1"/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−5</m:t>
                      </m:r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3AF58E5-00DC-8C5A-ED71-4274AA9C7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16" y="5685588"/>
                <a:ext cx="446593" cy="369332"/>
              </a:xfrm>
              <a:prstGeom prst="rect">
                <a:avLst/>
              </a:prstGeom>
              <a:blipFill>
                <a:blip r:embed="rId13"/>
                <a:stretch>
                  <a:fillRect r="-54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사각형: 둥근 모서리 9">
            <a:extLst>
              <a:ext uri="{FF2B5EF4-FFF2-40B4-BE49-F238E27FC236}">
                <a16:creationId xmlns:a16="http://schemas.microsoft.com/office/drawing/2014/main" id="{81F65766-5061-D0BF-5AB6-E5BAE4EAA8AB}"/>
              </a:ext>
            </a:extLst>
          </p:cNvPr>
          <p:cNvSpPr/>
          <p:nvPr/>
        </p:nvSpPr>
        <p:spPr>
          <a:xfrm>
            <a:off x="6732719" y="462641"/>
            <a:ext cx="942654" cy="593271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EDD572-3624-3733-94D5-CE079F4AF2A3}"/>
                  </a:ext>
                </a:extLst>
              </p:cNvPr>
              <p:cNvSpPr txBox="1"/>
              <p:nvPr/>
            </p:nvSpPr>
            <p:spPr>
              <a:xfrm>
                <a:off x="7891495" y="1018446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0.9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3EDD572-3624-3733-94D5-CE079F4A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1018446"/>
                <a:ext cx="446593" cy="369332"/>
              </a:xfrm>
              <a:prstGeom prst="rect">
                <a:avLst/>
              </a:prstGeom>
              <a:blipFill>
                <a:blip r:embed="rId14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61F2EA2-EC06-DE3A-5008-D1F28905D0F7}"/>
                  </a:ext>
                </a:extLst>
              </p:cNvPr>
              <p:cNvSpPr txBox="1"/>
              <p:nvPr/>
            </p:nvSpPr>
            <p:spPr>
              <a:xfrm>
                <a:off x="7891495" y="1972636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0.02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61F2EA2-EC06-DE3A-5008-D1F28905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1972636"/>
                <a:ext cx="446593" cy="369332"/>
              </a:xfrm>
              <a:prstGeom prst="rect">
                <a:avLst/>
              </a:prstGeom>
              <a:blipFill>
                <a:blip r:embed="rId15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BE3C232-64E9-7DA3-DC5F-6CEA440F46EC}"/>
                  </a:ext>
                </a:extLst>
              </p:cNvPr>
              <p:cNvSpPr txBox="1"/>
              <p:nvPr/>
            </p:nvSpPr>
            <p:spPr>
              <a:xfrm>
                <a:off x="7891495" y="2997463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0.05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BE3C232-64E9-7DA3-DC5F-6CEA440F4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2997463"/>
                <a:ext cx="446593" cy="369332"/>
              </a:xfrm>
              <a:prstGeom prst="rect">
                <a:avLst/>
              </a:prstGeom>
              <a:blipFill>
                <a:blip r:embed="rId16"/>
                <a:stretch>
                  <a:fillRect r="-36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ECBC14-F7EC-0E0D-2ECF-2FDADAF2843F}"/>
                  </a:ext>
                </a:extLst>
              </p:cNvPr>
              <p:cNvSpPr txBox="1"/>
              <p:nvPr/>
            </p:nvSpPr>
            <p:spPr>
              <a:xfrm>
                <a:off x="7891495" y="5636444"/>
                <a:ext cx="44659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0.001</m:t>
                      </m:r>
                    </m:oMath>
                  </m:oMathPara>
                </a14:m>
                <a:endParaRPr lang="ko-KR" altLang="en-US" sz="1800">
                  <a:solidFill>
                    <a:srgbClr val="FF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2ECBC14-F7EC-0E0D-2ECF-2FDADAF28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95" y="5636444"/>
                <a:ext cx="446593" cy="369332"/>
              </a:xfrm>
              <a:prstGeom prst="rect">
                <a:avLst/>
              </a:prstGeom>
              <a:blipFill>
                <a:blip r:embed="rId17"/>
                <a:stretch>
                  <a:fillRect r="-6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FF607BED-ACFC-91CB-2402-D670AE7BCEDF}"/>
              </a:ext>
            </a:extLst>
          </p:cNvPr>
          <p:cNvCxnSpPr>
            <a:stCxn id="12" idx="6"/>
            <a:endCxn id="53" idx="1"/>
          </p:cNvCxnSpPr>
          <p:nvPr/>
        </p:nvCxnSpPr>
        <p:spPr>
          <a:xfrm>
            <a:off x="6485086" y="1258983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475AA417-99C1-7720-435F-C5BEBCF43E32}"/>
              </a:ext>
            </a:extLst>
          </p:cNvPr>
          <p:cNvCxnSpPr/>
          <p:nvPr/>
        </p:nvCxnSpPr>
        <p:spPr>
          <a:xfrm>
            <a:off x="6485086" y="2145840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20C8D0B0-C289-A741-5FB5-FBFEF24DD922}"/>
              </a:ext>
            </a:extLst>
          </p:cNvPr>
          <p:cNvCxnSpPr/>
          <p:nvPr/>
        </p:nvCxnSpPr>
        <p:spPr>
          <a:xfrm>
            <a:off x="6485086" y="3192443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ED1839C1-6517-7640-2950-E0A5150320DD}"/>
              </a:ext>
            </a:extLst>
          </p:cNvPr>
          <p:cNvCxnSpPr/>
          <p:nvPr/>
        </p:nvCxnSpPr>
        <p:spPr>
          <a:xfrm>
            <a:off x="6485086" y="5852512"/>
            <a:ext cx="13479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4276B3-DC09-0723-1F8E-C7A7F565CE45}"/>
                  </a:ext>
                </a:extLst>
              </p:cNvPr>
              <p:cNvSpPr txBox="1"/>
              <p:nvPr/>
            </p:nvSpPr>
            <p:spPr>
              <a:xfrm>
                <a:off x="6333086" y="-16666"/>
                <a:ext cx="165190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𝑠𝑜𝑓𝑡𝑚𝑎𝑥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C4276B3-DC09-0723-1F8E-C7A7F565C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3086" y="-16666"/>
                <a:ext cx="1651906" cy="523220"/>
              </a:xfrm>
              <a:prstGeom prst="rect">
                <a:avLst/>
              </a:prstGeom>
              <a:blipFill>
                <a:blip r:embed="rId18"/>
                <a:stretch>
                  <a:fillRect l="-2290" r="-1527" b="-2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7CA5A219-D27B-483B-8A8A-4C96B925E7CF}"/>
              </a:ext>
            </a:extLst>
          </p:cNvPr>
          <p:cNvSpPr txBox="1"/>
          <p:nvPr/>
        </p:nvSpPr>
        <p:spPr>
          <a:xfrm>
            <a:off x="8511621" y="4156880"/>
            <a:ext cx="2649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학습은</a:t>
            </a:r>
            <a:r>
              <a:rPr lang="en-US" altLang="ko-KR" sz="4400" dirty="0">
                <a:solidFill>
                  <a:srgbClr val="FF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R" altLang="en-US" sz="4400" dirty="0">
              <a:solidFill>
                <a:srgbClr val="FF00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23410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441ABF4F-2B82-7EC1-A4F7-6BF2D4E57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A825858F-DF18-094D-628D-2FF13B8F00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이중분류 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처럼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두 값의 차이를 줄이는 방향으로 학습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밝혀진 연구에 의하면 해당 학습 방법은 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를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사용했을 때 좋은 결과를 보여주지 못한다고 함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3871E50A-0A0E-F91C-B3FF-9479A025CE0A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54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F25A2F-7E29-5E10-17D0-49AD388C46A3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710B97FD-7773-10F4-F9EC-FEEA7BAB7E2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1A939CFF-AAC6-75E3-6981-493CDC2CA390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MLP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학습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18F8DE4-65D3-E4E0-BFB0-6466135B2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412286"/>
              </p:ext>
            </p:extLst>
          </p:nvPr>
        </p:nvGraphicFramePr>
        <p:xfrm>
          <a:off x="4035264" y="3156647"/>
          <a:ext cx="982918" cy="18913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2918">
                  <a:extLst>
                    <a:ext uri="{9D8B030D-6E8A-4147-A177-3AD203B41FA5}">
                      <a16:colId xmlns:a16="http://schemas.microsoft.com/office/drawing/2014/main" val="1089764317"/>
                    </a:ext>
                  </a:extLst>
                </a:gridCol>
              </a:tblGrid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0.99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6352705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0.0006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3119357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0.006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3330070"/>
                  </a:ext>
                </a:extLst>
              </a:tr>
              <a:tr h="472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0.0004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9195992"/>
                  </a:ext>
                </a:extLst>
              </a:tr>
            </a:tbl>
          </a:graphicData>
        </a:graphic>
      </p:graphicFrame>
      <p:sp>
        <p:nvSpPr>
          <p:cNvPr id="5" name="화살표: 왼쪽/오른쪽 34">
            <a:extLst>
              <a:ext uri="{FF2B5EF4-FFF2-40B4-BE49-F238E27FC236}">
                <a16:creationId xmlns:a16="http://schemas.microsoft.com/office/drawing/2014/main" id="{F995421D-9980-B81C-E2EE-9095E9474A68}"/>
              </a:ext>
            </a:extLst>
          </p:cNvPr>
          <p:cNvSpPr/>
          <p:nvPr/>
        </p:nvSpPr>
        <p:spPr>
          <a:xfrm>
            <a:off x="5336883" y="3922389"/>
            <a:ext cx="1224781" cy="271147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AFD335-A04F-C427-1052-F3750F5E24F7}"/>
                  </a:ext>
                </a:extLst>
              </p:cNvPr>
              <p:cNvSpPr txBox="1"/>
              <p:nvPr/>
            </p:nvSpPr>
            <p:spPr>
              <a:xfrm>
                <a:off x="4351560" y="2534782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8AFD335-A04F-C427-1052-F3750F5E2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1560" y="2534782"/>
                <a:ext cx="446593" cy="523220"/>
              </a:xfrm>
              <a:prstGeom prst="rect">
                <a:avLst/>
              </a:prstGeom>
              <a:blipFill>
                <a:blip r:embed="rId3"/>
                <a:stretch>
                  <a:fillRect t="-4762"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4322C0-9082-228C-CB97-B21541D1B001}"/>
                  </a:ext>
                </a:extLst>
              </p:cNvPr>
              <p:cNvSpPr txBox="1"/>
              <p:nvPr/>
            </p:nvSpPr>
            <p:spPr>
              <a:xfrm>
                <a:off x="6881155" y="2513541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4322C0-9082-228C-CB97-B21541D1B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1155" y="2513541"/>
                <a:ext cx="446593" cy="523220"/>
              </a:xfrm>
              <a:prstGeom prst="rect">
                <a:avLst/>
              </a:prstGeom>
              <a:blipFill>
                <a:blip r:embed="rId4"/>
                <a:stretch>
                  <a:fillRect b="-116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5DCD63-7064-6B86-DD59-951A4E93AF0B}"/>
                  </a:ext>
                </a:extLst>
              </p:cNvPr>
              <p:cNvSpPr txBox="1"/>
              <p:nvPr/>
            </p:nvSpPr>
            <p:spPr>
              <a:xfrm>
                <a:off x="6895889" y="3104260"/>
                <a:ext cx="4465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1</m:t>
                      </m:r>
                    </m:oMath>
                  </m:oMathPara>
                </a14:m>
                <a:endParaRPr lang="ko-KR" altLang="en-US" sz="20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25DCD63-7064-6B86-DD59-951A4E93A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889" y="3104260"/>
                <a:ext cx="446593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A83FAD8-D015-23D0-DA00-8D59D33A27E3}"/>
                  </a:ext>
                </a:extLst>
              </p:cNvPr>
              <p:cNvSpPr txBox="1"/>
              <p:nvPr/>
            </p:nvSpPr>
            <p:spPr>
              <a:xfrm>
                <a:off x="6895889" y="3604203"/>
                <a:ext cx="4465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0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A83FAD8-D015-23D0-DA00-8D59D33A2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889" y="3604203"/>
                <a:ext cx="44659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1BF46C1-33B0-FF93-D919-EF0C2616B7EF}"/>
                  </a:ext>
                </a:extLst>
              </p:cNvPr>
              <p:cNvSpPr txBox="1"/>
              <p:nvPr/>
            </p:nvSpPr>
            <p:spPr>
              <a:xfrm>
                <a:off x="6895889" y="4129073"/>
                <a:ext cx="4465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0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1BF46C1-33B0-FF93-D919-EF0C2616B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889" y="4129073"/>
                <a:ext cx="446593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66F0A50-D45A-2CEC-856D-B57E5FBFB038}"/>
                  </a:ext>
                </a:extLst>
              </p:cNvPr>
              <p:cNvSpPr txBox="1"/>
              <p:nvPr/>
            </p:nvSpPr>
            <p:spPr>
              <a:xfrm>
                <a:off x="6895889" y="4679786"/>
                <a:ext cx="44659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0</m:t>
                      </m:r>
                    </m:oMath>
                  </m:oMathPara>
                </a14:m>
                <a:endParaRPr lang="ko-KR" altLang="en-US" sz="20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66F0A50-D45A-2CEC-856D-B57E5FBFB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889" y="4679786"/>
                <a:ext cx="44659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3E2A284-D078-667D-87F0-6E9A5DB7522C}"/>
                  </a:ext>
                </a:extLst>
              </p:cNvPr>
              <p:cNvSpPr txBox="1"/>
              <p:nvPr/>
            </p:nvSpPr>
            <p:spPr>
              <a:xfrm>
                <a:off x="4798153" y="3432143"/>
                <a:ext cx="23413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min</m:t>
                        </m:r>
                      </m:fName>
                      <m:e>
                        <m:sSup>
                          <m:sSup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20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sz="2000" i="1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altLang="ko-KR" sz="2000" i="1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−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sz="2000" i="1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ko-KR" sz="2000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?</a:t>
                </a:r>
                <a:endParaRPr lang="ko-KR" altLang="en-US" sz="2000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63E2A284-D078-667D-87F0-6E9A5DB752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8153" y="3432143"/>
                <a:ext cx="2341330" cy="400110"/>
              </a:xfrm>
              <a:prstGeom prst="rect">
                <a:avLst/>
              </a:prstGeom>
              <a:blipFill>
                <a:blip r:embed="rId9"/>
                <a:stretch>
                  <a:fillRect t="-9375" b="-281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그룹 65">
            <a:extLst>
              <a:ext uri="{FF2B5EF4-FFF2-40B4-BE49-F238E27FC236}">
                <a16:creationId xmlns:a16="http://schemas.microsoft.com/office/drawing/2014/main" id="{10240C82-3E3B-3282-334F-A69CD611B001}"/>
              </a:ext>
            </a:extLst>
          </p:cNvPr>
          <p:cNvGrpSpPr/>
          <p:nvPr/>
        </p:nvGrpSpPr>
        <p:grpSpPr>
          <a:xfrm>
            <a:off x="2616918" y="5334996"/>
            <a:ext cx="6149650" cy="656832"/>
            <a:chOff x="1451898" y="5392997"/>
            <a:chExt cx="6149650" cy="656832"/>
          </a:xfrm>
        </p:grpSpPr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5DC26476-E857-4D0B-19FA-8E7E35A4598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51898" y="5404142"/>
              <a:ext cx="6149650" cy="645687"/>
            </a:xfrm>
            <a:prstGeom prst="rect">
              <a:avLst/>
            </a:prstGeom>
          </p:spPr>
        </p:pic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DC247126-FACA-483D-70F4-24B091C96227}"/>
                </a:ext>
              </a:extLst>
            </p:cNvPr>
            <p:cNvSpPr/>
            <p:nvPr/>
          </p:nvSpPr>
          <p:spPr>
            <a:xfrm>
              <a:off x="1454227" y="5392997"/>
              <a:ext cx="3343926" cy="2104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69" name="직선 연결선 50">
            <a:extLst>
              <a:ext uri="{FF2B5EF4-FFF2-40B4-BE49-F238E27FC236}">
                <a16:creationId xmlns:a16="http://schemas.microsoft.com/office/drawing/2014/main" id="{CE424314-6C26-EC96-5B23-BB8CFD27ABBA}"/>
              </a:ext>
            </a:extLst>
          </p:cNvPr>
          <p:cNvCxnSpPr/>
          <p:nvPr/>
        </p:nvCxnSpPr>
        <p:spPr>
          <a:xfrm>
            <a:off x="6990202" y="5545460"/>
            <a:ext cx="169109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51">
            <a:extLst>
              <a:ext uri="{FF2B5EF4-FFF2-40B4-BE49-F238E27FC236}">
                <a16:creationId xmlns:a16="http://schemas.microsoft.com/office/drawing/2014/main" id="{10770720-EB0D-904A-A183-32408FF136B4}"/>
              </a:ext>
            </a:extLst>
          </p:cNvPr>
          <p:cNvCxnSpPr>
            <a:cxnSpLocks/>
          </p:cNvCxnSpPr>
          <p:nvPr/>
        </p:nvCxnSpPr>
        <p:spPr>
          <a:xfrm>
            <a:off x="2660470" y="5743764"/>
            <a:ext cx="220898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65F7D46-833C-6541-0EDE-F4F3D78F4179}"/>
              </a:ext>
            </a:extLst>
          </p:cNvPr>
          <p:cNvSpPr txBox="1"/>
          <p:nvPr/>
        </p:nvSpPr>
        <p:spPr>
          <a:xfrm>
            <a:off x="6990202" y="6278845"/>
            <a:ext cx="5214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>
                <a:latin typeface="나눔스퀘어" panose="020B0600000101010101" pitchFamily="50" charset="-127"/>
                <a:ea typeface="나눔스퀘어" panose="020B0600000101010101" pitchFamily="50" charset="-127"/>
              </a:rPr>
              <a:t>* Section 6.2.2 of the Deep Learning, Goodfellow et al.</a:t>
            </a:r>
            <a:endParaRPr lang="ko-KR" altLang="en-US" sz="110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44523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132434F0-BB7D-69B6-1DC1-3DA04EC59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88221351-656E-3357-6CFB-F8B670D319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실수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-&gt;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확률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확률 기반의 모델링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사건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(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클래스의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)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종류가 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3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개 이상이므로 </a:t>
            </a:r>
            <a:r>
              <a:rPr kumimoji="0" lang="en-US" altLang="ko-KR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mutinomial</a:t>
            </a:r>
            <a:r>
              <a:rPr kumimoji="0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 </a:t>
            </a:r>
            <a:r>
              <a:rPr kumimoji="0" lang="ko-KR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스퀘어" panose="020B0600000101010101" pitchFamily="50" charset="-127"/>
                <a:ea typeface="나눔스퀘어" panose="020B0600000101010101" pitchFamily="50" charset="-127"/>
                <a:cs typeface="Arial"/>
                <a:sym typeface="Arial"/>
              </a:rPr>
              <a:t>분포 사용해서 모델링</a:t>
            </a:r>
            <a:endParaRPr kumimoji="0" lang="en-US" altLang="ko-KR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스퀘어" panose="020B0600000101010101" pitchFamily="50" charset="-127"/>
              <a:ea typeface="나눔스퀘어" panose="020B0600000101010101" pitchFamily="50" charset="-127"/>
              <a:cs typeface="Arial"/>
              <a:sym typeface="Arial"/>
            </a:endParaRPr>
          </a:p>
          <a:p>
            <a:pPr marL="228600" indent="-228600">
              <a:lnSpc>
                <a:spcPct val="130000"/>
              </a:lnSpc>
              <a:spcBef>
                <a:spcPts val="0"/>
              </a:spcBef>
              <a:buSzPts val="2000"/>
            </a:pP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269FEDDA-A6FD-41AC-8836-2B959E7605F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55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CF6CC90-4D3C-23D0-137D-5B7E512C0537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D3BE9468-07FD-8B78-2C7C-85E9E835C3E4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11DFED33-BDA3-F32D-53A1-C231BDB6E39D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MLP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학습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E37A2D-410E-4A28-6F9F-E055C62026F7}"/>
                  </a:ext>
                </a:extLst>
              </p:cNvPr>
              <p:cNvSpPr txBox="1"/>
              <p:nvPr/>
            </p:nvSpPr>
            <p:spPr>
              <a:xfrm>
                <a:off x="2999392" y="3835703"/>
                <a:ext cx="6648679" cy="1198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N</a:t>
                </a:r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번의 독립 시행에서 각 시행의 사건이 </a:t>
                </a:r>
                <a:r>
                  <a:rPr lang="ko-KR" altLang="en-US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세종류</a:t>
                </a:r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en-US" altLang="ko-KR" dirty="0" err="1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a,b,c</a:t>
                </a: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𝑏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확률 가질 때 </a:t>
                </a:r>
                <a:b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</a:br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각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𝑧</m:t>
                    </m:r>
                  </m:oMath>
                </a14:m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번 일어날 확률 </a:t>
                </a:r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,   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𝑎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𝑏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=1</m:t>
                    </m:r>
                  </m:oMath>
                </a14:m>
                <a:r>
                  <a:rPr lang="en-US" altLang="ko-KR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)</a:t>
                </a:r>
              </a:p>
              <a:p>
                <a:pPr algn="l"/>
                <a:endPara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𝑧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!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!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!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𝑧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!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⋅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𝑎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⋅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𝑏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⋅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𝑐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𝑧</m:t>
                          </m:r>
                        </m:sup>
                      </m:sSubSup>
                    </m:oMath>
                  </m:oMathPara>
                </a14:m>
                <a:endPara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E37A2D-410E-4A28-6F9F-E055C6202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392" y="3835703"/>
                <a:ext cx="6648679" cy="1198790"/>
              </a:xfrm>
              <a:prstGeom prst="rect">
                <a:avLst/>
              </a:prstGeom>
              <a:blipFill>
                <a:blip r:embed="rId3"/>
                <a:stretch>
                  <a:fillRect t="-1042" b="-1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5131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3C48B396-B0D9-1EAA-A6E5-7082F43F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907876D-437A-5CE1-3193-76D3838329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아이디어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Multinomial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x + y + z = 1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이니까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해당하는 클래스의 확률 값을 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en-US" altLang="ko-KR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결과 값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올리는 방향으로 학습할 수 있음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07BA6E5A-67EE-7DA1-2BEB-69CC89209CC6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56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3031987-94BC-56E8-5531-2BA0E06DD26F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05D65391-C74F-0D37-5F0A-52314435AB05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EE84354-5E3E-8502-BDF2-A406357573A6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MLP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학습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4DFBFC-5202-F828-C47B-ED6F1C51D9B0}"/>
                  </a:ext>
                </a:extLst>
              </p:cNvPr>
              <p:cNvSpPr txBox="1"/>
              <p:nvPr/>
            </p:nvSpPr>
            <p:spPr>
              <a:xfrm>
                <a:off x="2771660" y="3429000"/>
                <a:ext cx="6648679" cy="18399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𝑃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𝑧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d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+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!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!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!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𝑧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!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⋅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𝑎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𝑥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⋅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𝑏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sup>
                      </m:sSubSup>
                      <m:r>
                        <a:rPr lang="en-US" altLang="ko-KR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⋅</m:t>
                      </m:r>
                      <m:sSubSup>
                        <m:sSub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sSub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𝑐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𝑧</m:t>
                          </m:r>
                        </m:sup>
                      </m:sSubSup>
                    </m:oMath>
                  </m:oMathPara>
                </a14:m>
                <a:endParaRPr lang="en-US" altLang="ko-KR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l"/>
                <a:endParaRPr lang="en-US" altLang="ko-KR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è"/>
                </a:pPr>
                <a:r>
                  <a:rPr lang="en-US" altLang="ko-KR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x, y, z </a:t>
                </a:r>
                <a:r>
                  <a:rPr lang="ko-KR" altLang="en-US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셋 중에 하나만 </a:t>
                </a:r>
                <a:r>
                  <a:rPr lang="en-US" altLang="ko-KR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1, </a:t>
                </a:r>
                <a:r>
                  <a:rPr lang="ko-KR" altLang="en-US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나머지는 </a:t>
                </a:r>
                <a:r>
                  <a:rPr lang="en-US" altLang="ko-KR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0 (x+y+z=1)</a:t>
                </a:r>
              </a:p>
              <a:p>
                <a:pPr marL="285750" indent="-285750" algn="l">
                  <a:buFont typeface="Wingdings" panose="05000000000000000000" pitchFamily="2" charset="2"/>
                  <a:buChar char="è"/>
                </a:pPr>
                <a:r>
                  <a:rPr lang="ko-KR" altLang="en-US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확률은 각</a:t>
                </a:r>
                <a:r>
                  <a:rPr lang="en-US" altLang="ko-KR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class</a:t>
                </a:r>
                <a:r>
                  <a:rPr lang="ko-KR" altLang="en-US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의 예측값</a:t>
                </a:r>
                <a:endParaRPr lang="en-US" altLang="ko-KR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è"/>
                </a:pPr>
                <a:r>
                  <a:rPr lang="en-US" altLang="ko-KR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Log?</a:t>
                </a:r>
              </a:p>
              <a:p>
                <a:pPr marL="285750" indent="-285750" algn="l">
                  <a:buFont typeface="Wingdings" panose="05000000000000000000" pitchFamily="2" charset="2"/>
                  <a:buChar char="è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⋅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최대화</a:t>
                </a:r>
                <a:endParaRPr lang="en-US" altLang="ko-KR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è"/>
                </a:pP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나눔스퀘어" panose="020B0600000101010101" pitchFamily="50" charset="-127"/>
                      </a:rPr>
                      <m:t>−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나눔스퀘어" panose="020B0600000101010101" pitchFamily="50" charset="-127"/>
                          </a:rPr>
                          <m:t>⋅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  <a:ea typeface="나눔스퀘어" panose="020B0600000101010101" pitchFamily="50" charset="-127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  <a:ea typeface="나눔스퀘어" panose="020B0600000101010101" pitchFamily="50" charset="-127"/>
                                      </a:rPr>
                                      <m:t>𝑦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  <a:ea typeface="나눔스퀘어" panose="020B0600000101010101" pitchFamily="50" charset="-127"/>
                                  </a:rPr>
                                  <m:t>𝑖</m:t>
                                </m:r>
                              </m:sub>
                            </m:sSub>
                          </m:e>
                        </m:func>
                      </m:e>
                    </m:nary>
                  </m:oMath>
                </a14:m>
                <a:r>
                  <a:rPr lang="en-US" altLang="ko-KR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r>
                  <a:rPr lang="ko-KR" altLang="en-US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최소화</a:t>
                </a:r>
                <a:endParaRPr lang="en-US" altLang="ko-KR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4DFBFC-5202-F828-C47B-ED6F1C51D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660" y="3429000"/>
                <a:ext cx="6648679" cy="1839927"/>
              </a:xfrm>
              <a:prstGeom prst="rect">
                <a:avLst/>
              </a:prstGeom>
              <a:blipFill>
                <a:blip r:embed="rId3"/>
                <a:stretch>
                  <a:fillRect l="-191" b="-282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5486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2C398DE-6312-5A2F-2ED5-00D3589D3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338DB631-85F4-40E4-69F4-C47C9F58FA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최종 학습 수식</a:t>
            </a:r>
            <a:endParaRPr lang="en-US" altLang="ko-KR" sz="16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1F16D7A2-6777-1EA8-CDEC-A972C32433F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57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E040C9-C1F2-AC8D-E220-ABC055B577C4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A3493709-5E53-88AD-0CFE-A10A2F772E08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A9273CE7-0528-C363-0BD7-5B2D497F7003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다중분류 </a:t>
              </a: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MLP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학습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200B1490-93F8-C8E1-980A-848BFCEA1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5745" y="1797147"/>
            <a:ext cx="3781756" cy="20837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5AB50B-36CA-986A-C726-84B4119F6371}"/>
                  </a:ext>
                </a:extLst>
              </p:cNvPr>
              <p:cNvSpPr txBox="1"/>
              <p:nvPr/>
            </p:nvSpPr>
            <p:spPr>
              <a:xfrm>
                <a:off x="3960040" y="4311976"/>
                <a:ext cx="3916495" cy="7648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ℒ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𝑑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∈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𝐷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∈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𝐶</m:t>
                              </m:r>
                            </m:sub>
                            <m:sup/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𝑑</m:t>
                                  </m:r>
                                </m:sup>
                              </m:sSub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⋅</m:t>
                              </m:r>
                              <m:func>
                                <m:func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 sz="1800" b="0" i="0" smtClean="0"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log</m:t>
                                  </m:r>
                                </m:fName>
                                <m:e>
                                  <m:sSubSup>
                                    <m:sSub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800" b="0" i="1" smtClean="0">
                                              <a:latin typeface="Cambria Math" panose="02040503050406030204" pitchFamily="18" charset="0"/>
                                              <a:ea typeface="나눔스퀘어" panose="020B0600000101010101" pitchFamily="50" charset="-127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𝑑</m:t>
                                      </m:r>
                                    </m:sup>
                                  </m:sSubSup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ko-KR" altLang="en-US" sz="1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35AB50B-36CA-986A-C726-84B4119F63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040" y="4311976"/>
                <a:ext cx="3916495" cy="764825"/>
              </a:xfrm>
              <a:prstGeom prst="rect">
                <a:avLst/>
              </a:prstGeom>
              <a:blipFill>
                <a:blip r:embed="rId4"/>
                <a:stretch>
                  <a:fillRect t="-122951" b="-17049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05010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14E0110-3929-6255-CBC2-196655C28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5E09BF5D-365D-810E-C1A7-4E50A04A29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손글씨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데이터셋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Modified National Institute of Standards and Technology database</a:t>
            </a:r>
          </a:p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인공지능 모델의 학습</a:t>
            </a: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평가에 사용</a:t>
            </a:r>
            <a:endParaRPr lang="en-US" altLang="ko-KR" sz="2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685800" lvl="1" indent="-228600">
              <a:lnSpc>
                <a:spcPct val="13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학습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60,000</a:t>
            </a:r>
          </a:p>
          <a:p>
            <a:pPr marL="685800" lvl="1" indent="-228600">
              <a:lnSpc>
                <a:spcPct val="130000"/>
              </a:lnSpc>
              <a:spcBef>
                <a:spcPts val="0"/>
              </a:spcBef>
              <a:buSzPts val="2000"/>
            </a:pPr>
            <a:r>
              <a:rPr lang="ko-KR" altLang="en-US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평가</a:t>
            </a:r>
            <a:r>
              <a:rPr lang="en-US" altLang="ko-KR" sz="16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10,000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8EAF34DC-2128-EB8E-B79C-07EF823275E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58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7572145-67A3-F31E-F975-B2AA90B9C450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AFEE6646-CE47-7A71-B811-FD275619AD7A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021C4A7-BB0D-BE2E-46B3-B9996A13130B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MNIST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2" name="Picture 4">
            <a:extLst>
              <a:ext uri="{FF2B5EF4-FFF2-40B4-BE49-F238E27FC236}">
                <a16:creationId xmlns:a16="http://schemas.microsoft.com/office/drawing/2014/main" id="{CF29F72A-FD39-7ED6-691A-498B2197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884" y="2950827"/>
            <a:ext cx="3722178" cy="3642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3397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D514AC03-2534-5E3A-639D-0B0944EC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94885B20-46F5-666C-17A1-B5AD91D6C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44E30BD3-171E-E352-E76F-62A1792F5DE0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59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AC5E5536-CF4F-1B9C-1A3D-8EB0A2F6891A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E07586C8-0B7A-BBFD-51FD-C92B6B8EA6E7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36680E4E-2449-102D-8F32-5D4C94CC3D8C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MNIST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4" name="Picture 4" descr="バイナリ画像データからtxtデータへの変換">
            <a:extLst>
              <a:ext uri="{FF2B5EF4-FFF2-40B4-BE49-F238E27FC236}">
                <a16:creationId xmlns:a16="http://schemas.microsoft.com/office/drawing/2014/main" id="{AA027870-8769-51F4-1EB8-F4C7F4F0E7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0261" y="2517606"/>
            <a:ext cx="6096000" cy="22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762838-399C-DA07-10B2-F1FE5EBD341B}"/>
              </a:ext>
            </a:extLst>
          </p:cNvPr>
          <p:cNvSpPr txBox="1"/>
          <p:nvPr/>
        </p:nvSpPr>
        <p:spPr>
          <a:xfrm>
            <a:off x="2167419" y="3564203"/>
            <a:ext cx="76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28</a:t>
            </a:r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49F1E-0AEA-409C-6777-A7D97B37B68F}"/>
              </a:ext>
            </a:extLst>
          </p:cNvPr>
          <p:cNvSpPr txBox="1"/>
          <p:nvPr/>
        </p:nvSpPr>
        <p:spPr>
          <a:xfrm>
            <a:off x="4266130" y="1480931"/>
            <a:ext cx="765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28</a:t>
            </a:r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" name="왼쪽 중괄호 5">
            <a:extLst>
              <a:ext uri="{FF2B5EF4-FFF2-40B4-BE49-F238E27FC236}">
                <a16:creationId xmlns:a16="http://schemas.microsoft.com/office/drawing/2014/main" id="{BA2136CD-0E3D-0DB3-FB0A-C967975C6F5C}"/>
              </a:ext>
            </a:extLst>
          </p:cNvPr>
          <p:cNvSpPr/>
          <p:nvPr/>
        </p:nvSpPr>
        <p:spPr>
          <a:xfrm>
            <a:off x="2784940" y="2561673"/>
            <a:ext cx="649995" cy="216957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왼쪽 중괄호 6">
            <a:extLst>
              <a:ext uri="{FF2B5EF4-FFF2-40B4-BE49-F238E27FC236}">
                <a16:creationId xmlns:a16="http://schemas.microsoft.com/office/drawing/2014/main" id="{57BD9F48-4210-B255-E3F2-9EF5D27EB0C1}"/>
              </a:ext>
            </a:extLst>
          </p:cNvPr>
          <p:cNvSpPr/>
          <p:nvPr/>
        </p:nvSpPr>
        <p:spPr>
          <a:xfrm rot="5400000">
            <a:off x="4323969" y="1033435"/>
            <a:ext cx="649995" cy="2169577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3839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EAF77D9C-2882-083B-1914-95BADE53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>
            <a:extLst>
              <a:ext uri="{FF2B5EF4-FFF2-40B4-BE49-F238E27FC236}">
                <a16:creationId xmlns:a16="http://schemas.microsoft.com/office/drawing/2014/main" id="{5DB9915C-F556-63C3-F91F-10750AEEF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7715" y="1480931"/>
            <a:ext cx="11756570" cy="525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altLang="ko-KR" sz="2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24" name="Google Shape;124;p3">
            <a:extLst>
              <a:ext uri="{FF2B5EF4-FFF2-40B4-BE49-F238E27FC236}">
                <a16:creationId xmlns:a16="http://schemas.microsoft.com/office/drawing/2014/main" id="{6045A3CE-A055-7063-5AE9-832AE8A99F45}"/>
              </a:ext>
            </a:extLst>
          </p:cNvPr>
          <p:cNvSpPr txBox="1"/>
          <p:nvPr/>
        </p:nvSpPr>
        <p:spPr>
          <a:xfrm>
            <a:off x="11171849" y="317545"/>
            <a:ext cx="9455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600">
                <a:solidFill>
                  <a:srgbClr val="D30378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rPr>
              <a:t>60</a:t>
            </a:fld>
            <a:endParaRPr sz="1600">
              <a:solidFill>
                <a:srgbClr val="D30378"/>
              </a:solidFill>
              <a:latin typeface="나눔스퀘어" panose="020B0600000101010101" pitchFamily="50" charset="-127"/>
              <a:ea typeface="나눔스퀘어" panose="020B0600000101010101" pitchFamily="50" charset="-127"/>
              <a:sym typeface="Arial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C2D7EB1-CD95-39A3-FD20-16B87174FA06}"/>
              </a:ext>
            </a:extLst>
          </p:cNvPr>
          <p:cNvGrpSpPr/>
          <p:nvPr/>
        </p:nvGrpSpPr>
        <p:grpSpPr>
          <a:xfrm>
            <a:off x="254895" y="287478"/>
            <a:ext cx="10559144" cy="1015995"/>
            <a:chOff x="254895" y="250418"/>
            <a:chExt cx="10559144" cy="463320"/>
          </a:xfrm>
        </p:grpSpPr>
        <p:cxnSp>
          <p:nvCxnSpPr>
            <p:cNvPr id="121" name="Google Shape;121;p3">
              <a:extLst>
                <a:ext uri="{FF2B5EF4-FFF2-40B4-BE49-F238E27FC236}">
                  <a16:creationId xmlns:a16="http://schemas.microsoft.com/office/drawing/2014/main" id="{698A0208-561D-7C3A-C5C5-637758BCA414}"/>
                </a:ext>
              </a:extLst>
            </p:cNvPr>
            <p:cNvCxnSpPr>
              <a:cxnSpLocks/>
            </p:cNvCxnSpPr>
            <p:nvPr/>
          </p:nvCxnSpPr>
          <p:spPr>
            <a:xfrm>
              <a:off x="254895" y="250418"/>
              <a:ext cx="0" cy="463320"/>
            </a:xfrm>
            <a:prstGeom prst="straightConnector1">
              <a:avLst/>
            </a:prstGeom>
            <a:noFill/>
            <a:ln w="76200" cap="flat" cmpd="sng">
              <a:solidFill>
                <a:srgbClr val="D30378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3">
              <a:extLst>
                <a:ext uri="{FF2B5EF4-FFF2-40B4-BE49-F238E27FC236}">
                  <a16:creationId xmlns:a16="http://schemas.microsoft.com/office/drawing/2014/main" id="{FF8BEBC7-B6D6-ED16-76A8-70921B6C9AC2}"/>
                </a:ext>
              </a:extLst>
            </p:cNvPr>
            <p:cNvSpPr txBox="1"/>
            <p:nvPr/>
          </p:nvSpPr>
          <p:spPr>
            <a:xfrm>
              <a:off x="298439" y="314218"/>
              <a:ext cx="10515600" cy="3357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rm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-US" altLang="ko-KR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MNIST + MLP + </a:t>
              </a:r>
              <a:r>
                <a:rPr lang="ko-KR" altLang="en-US" sz="2800" b="1" dirty="0">
                  <a:solidFill>
                    <a:schemeClr val="dk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다중분류</a:t>
              </a:r>
              <a:endParaRPr lang="ko-KR" altLang="en-US" sz="2800" b="1" dirty="0">
                <a:solidFill>
                  <a:schemeClr val="dk1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sym typeface="Arial"/>
              </a:endParaRPr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F8814EFE-3241-9B57-CA9D-D07D6FEA5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2588" y="2731819"/>
            <a:ext cx="3055690" cy="1683659"/>
          </a:xfrm>
          <a:prstGeom prst="rect">
            <a:avLst/>
          </a:prstGeom>
        </p:spPr>
      </p:pic>
      <p:pic>
        <p:nvPicPr>
          <p:cNvPr id="9" name="Picture 4" descr="バイナリ画像データからtxtデータへの変換">
            <a:extLst>
              <a:ext uri="{FF2B5EF4-FFF2-40B4-BE49-F238E27FC236}">
                <a16:creationId xmlns:a16="http://schemas.microsoft.com/office/drawing/2014/main" id="{A15D344F-C664-30E8-5827-23EF2CC0B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82" y="2787786"/>
            <a:ext cx="4311267" cy="1623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CC391164-2256-DFA5-DBC6-8F87104BDA3D}"/>
              </a:ext>
            </a:extLst>
          </p:cNvPr>
          <p:cNvSpPr/>
          <p:nvPr/>
        </p:nvSpPr>
        <p:spPr>
          <a:xfrm>
            <a:off x="4482640" y="3374050"/>
            <a:ext cx="297456" cy="546478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9FA92E95-B39F-18DB-7479-32B68A496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6538228"/>
                  </p:ext>
                </p:extLst>
              </p:nvPr>
            </p:nvGraphicFramePr>
            <p:xfrm>
              <a:off x="5087344" y="2212451"/>
              <a:ext cx="424761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4761">
                      <a:extLst>
                        <a:ext uri="{9D8B030D-6E8A-4147-A177-3AD203B41FA5}">
                          <a16:colId xmlns:a16="http://schemas.microsoft.com/office/drawing/2014/main" val="36199234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61411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00616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6653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440693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1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7729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1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0457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588861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표 10">
                <a:extLst>
                  <a:ext uri="{FF2B5EF4-FFF2-40B4-BE49-F238E27FC236}">
                    <a16:creationId xmlns:a16="http://schemas.microsoft.com/office/drawing/2014/main" id="{9FA92E95-B39F-18DB-7479-32B68A496F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6538228"/>
                  </p:ext>
                </p:extLst>
              </p:nvPr>
            </p:nvGraphicFramePr>
            <p:xfrm>
              <a:off x="5087344" y="2212451"/>
              <a:ext cx="424761" cy="25958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424761">
                      <a:extLst>
                        <a:ext uri="{9D8B030D-6E8A-4147-A177-3AD203B41FA5}">
                          <a16:colId xmlns:a16="http://schemas.microsoft.com/office/drawing/2014/main" val="361992343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361411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400616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1866533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857" t="-306897" r="-2857" b="-3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40693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1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677295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1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80457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/>
                            <a:t>0</a:t>
                          </a:r>
                          <a:endParaRPr lang="ko-KR" altLang="en-US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65888618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A8D9D48-581C-27C6-7622-B1270CFE2CAA}"/>
              </a:ext>
            </a:extLst>
          </p:cNvPr>
          <p:cNvCxnSpPr/>
          <p:nvPr/>
        </p:nvCxnSpPr>
        <p:spPr>
          <a:xfrm>
            <a:off x="5436824" y="2423711"/>
            <a:ext cx="1503802" cy="6059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A836656-1BE0-1B87-B558-CC33EAF350ED}"/>
              </a:ext>
            </a:extLst>
          </p:cNvPr>
          <p:cNvCxnSpPr>
            <a:cxnSpLocks/>
          </p:cNvCxnSpPr>
          <p:nvPr/>
        </p:nvCxnSpPr>
        <p:spPr>
          <a:xfrm flipV="1">
            <a:off x="5436824" y="4169884"/>
            <a:ext cx="1503802" cy="479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E948E9-DAEA-9F59-AA26-2E7E0323C240}"/>
                  </a:ext>
                </a:extLst>
              </p:cNvPr>
              <p:cNvSpPr txBox="1"/>
              <p:nvPr/>
            </p:nvSpPr>
            <p:spPr>
              <a:xfrm>
                <a:off x="9769487" y="2092268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accPr>
                        <m:e>
                          <m:r>
                            <a:rPr lang="en-US" altLang="ko-KR" sz="2800" b="0" i="1" smtClean="0"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E948E9-DAEA-9F59-AA26-2E7E0323C2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9487" y="2092268"/>
                <a:ext cx="446593" cy="523220"/>
              </a:xfrm>
              <a:prstGeom prst="rect">
                <a:avLst/>
              </a:prstGeom>
              <a:blipFill>
                <a:blip r:embed="rId6"/>
                <a:stretch>
                  <a:fillRect l="-2778" t="-2381" b="-142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4611C5-0C14-55FA-ECC4-1B6D91380382}"/>
                  </a:ext>
                </a:extLst>
              </p:cNvPr>
              <p:cNvSpPr txBox="1"/>
              <p:nvPr/>
            </p:nvSpPr>
            <p:spPr>
              <a:xfrm>
                <a:off x="11421305" y="2060104"/>
                <a:ext cx="4465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0" i="1" smtClean="0"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𝑦</m:t>
                      </m:r>
                    </m:oMath>
                  </m:oMathPara>
                </a14:m>
                <a:endParaRPr lang="ko-KR" altLang="en-US" sz="280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4611C5-0C14-55FA-ECC4-1B6D91380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1305" y="2060104"/>
                <a:ext cx="446593" cy="523220"/>
              </a:xfrm>
              <a:prstGeom prst="rect">
                <a:avLst/>
              </a:prstGeom>
              <a:blipFill>
                <a:blip r:embed="rId7"/>
                <a:stretch>
                  <a:fillRect b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사각형: 둥근 모서리 18">
            <a:extLst>
              <a:ext uri="{FF2B5EF4-FFF2-40B4-BE49-F238E27FC236}">
                <a16:creationId xmlns:a16="http://schemas.microsoft.com/office/drawing/2014/main" id="{2696AB75-DE46-D0B0-CA42-C69F5762166E}"/>
              </a:ext>
            </a:extLst>
          </p:cNvPr>
          <p:cNvSpPr/>
          <p:nvPr/>
        </p:nvSpPr>
        <p:spPr>
          <a:xfrm>
            <a:off x="9808278" y="2672908"/>
            <a:ext cx="376816" cy="185370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F8DD86-C1DB-1FEB-7179-665D7760A0C8}"/>
              </a:ext>
            </a:extLst>
          </p:cNvPr>
          <p:cNvSpPr txBox="1"/>
          <p:nvPr/>
        </p:nvSpPr>
        <p:spPr>
          <a:xfrm>
            <a:off x="9240882" y="4602501"/>
            <a:ext cx="1503802" cy="308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나눔스퀘어" panose="020B0600000101010101" pitchFamily="50" charset="-127"/>
                <a:ea typeface="나눔스퀘어" panose="020B0600000101010101" pitchFamily="50" charset="-127"/>
              </a:rPr>
              <a:t>Softmax</a:t>
            </a:r>
            <a:endParaRPr lang="ko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C8B8223-D8F7-1C1E-D7FC-E41179618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945223"/>
              </p:ext>
            </p:extLst>
          </p:nvPr>
        </p:nvGraphicFramePr>
        <p:xfrm>
          <a:off x="11443137" y="2672416"/>
          <a:ext cx="424761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761">
                  <a:extLst>
                    <a:ext uri="{9D8B030D-6E8A-4147-A177-3AD203B41FA5}">
                      <a16:colId xmlns:a16="http://schemas.microsoft.com/office/drawing/2014/main" val="4090801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669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146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3854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885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0</a:t>
                      </a:r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000859"/>
                  </a:ext>
                </a:extLst>
              </a:tr>
            </a:tbl>
          </a:graphicData>
        </a:graphic>
      </p:graphicFrame>
      <p:sp>
        <p:nvSpPr>
          <p:cNvPr id="19" name="화살표: 왼쪽/오른쪽 22">
            <a:extLst>
              <a:ext uri="{FF2B5EF4-FFF2-40B4-BE49-F238E27FC236}">
                <a16:creationId xmlns:a16="http://schemas.microsoft.com/office/drawing/2014/main" id="{E25889CC-9EB8-3EB6-CA43-DB8E07706096}"/>
              </a:ext>
            </a:extLst>
          </p:cNvPr>
          <p:cNvSpPr/>
          <p:nvPr/>
        </p:nvSpPr>
        <p:spPr>
          <a:xfrm>
            <a:off x="10299077" y="3429000"/>
            <a:ext cx="1030077" cy="365125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2DB778-9A41-20B6-D7D8-E8FAA468195A}"/>
                  </a:ext>
                </a:extLst>
              </p:cNvPr>
              <p:cNvSpPr txBox="1"/>
              <p:nvPr/>
            </p:nvSpPr>
            <p:spPr>
              <a:xfrm>
                <a:off x="10127424" y="2896312"/>
                <a:ext cx="1373384" cy="6140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나눔스퀘어" panose="020B0600000101010101" pitchFamily="50" charset="-127"/>
                        </a:rPr>
                        <m:t>−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나눔스퀘어" panose="020B0600000101010101" pitchFamily="50" charset="-127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나눔스퀘어" panose="020B0600000101010101" pitchFamily="50" charset="-127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ko-K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b="0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  <a:ea typeface="나눔스퀘어" panose="020B0600000101010101" pitchFamily="50" charset="-127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나눔스퀘어" panose="020B0600000101010101" pitchFamily="50" charset="-127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ko-KR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2DB778-9A41-20B6-D7D8-E8FAA4681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7424" y="2896312"/>
                <a:ext cx="1373384" cy="614079"/>
              </a:xfrm>
              <a:prstGeom prst="rect">
                <a:avLst/>
              </a:prstGeom>
              <a:blipFill>
                <a:blip r:embed="rId8"/>
                <a:stretch>
                  <a:fillRect l="-28440" t="-118367" b="-1693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756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스퀘어 글꼴 테마">
      <a:majorFont>
        <a:latin typeface="나눔스퀘어"/>
        <a:ea typeface="나눔스퀘어"/>
        <a:cs typeface=""/>
      </a:majorFont>
      <a:minorFont>
        <a:latin typeface="나눔스퀘어"/>
        <a:ea typeface="나눔스퀘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>
            <a:latin typeface="나눔스퀘어" panose="020B0600000101010101" pitchFamily="50" charset="-127"/>
            <a:ea typeface="나눔스퀘어" panose="020B0600000101010101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2592</Words>
  <Application>Microsoft Macintosh PowerPoint</Application>
  <PresentationFormat>와이드스크린</PresentationFormat>
  <Paragraphs>666</Paragraphs>
  <Slides>60</Slides>
  <Notes>60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6" baseType="lpstr">
      <vt:lpstr>나눔스퀘어</vt:lpstr>
      <vt:lpstr>Malgun Gothic</vt:lpstr>
      <vt:lpstr>Arial</vt:lpstr>
      <vt:lpstr>Cambria Math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임재형(인공지능대학원)</dc:creator>
  <cp:lastModifiedBy>임재형(인공지능대학원)</cp:lastModifiedBy>
  <cp:revision>303</cp:revision>
  <dcterms:created xsi:type="dcterms:W3CDTF">2023-06-27T07:53:35Z</dcterms:created>
  <dcterms:modified xsi:type="dcterms:W3CDTF">2026-05-15T15:57:41Z</dcterms:modified>
</cp:coreProperties>
</file>