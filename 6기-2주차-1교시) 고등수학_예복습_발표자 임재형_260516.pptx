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7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Kg0cGmkZouOfofgVgIBewPIX+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7" autoAdjust="0"/>
    <p:restoredTop sz="96308" autoAdjust="0"/>
  </p:normalViewPr>
  <p:slideViewPr>
    <p:cSldViewPr snapToGrid="0">
      <p:cViewPr varScale="1">
        <p:scale>
          <a:sx n="73" d="100"/>
          <a:sy n="73" d="100"/>
        </p:scale>
        <p:origin x="208" y="161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6777D81-3F0A-278E-5978-664B69EF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C41FA1D-5A1A-882F-8F35-7F2E791C7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3A64413-487D-109B-87EA-38FAE3877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4628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FA8EF6F-4BCE-0164-489D-256375D3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53131FB-6434-57CB-ACCB-D77465BB7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CE7E564-8C34-B834-5978-4EF1EE08E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772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C8214A5-CE2D-E94A-20E1-EB4A3C32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9195BC6-CE06-F55A-41ED-885F3B31B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675C227-6C59-54B3-ED1E-0A09B4135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694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4FB1C83-FE0D-287A-366E-91A5BC2B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F007DA1-0387-D3D0-8FFA-F0DA1AB47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DEF9810-0115-BD52-C11C-949B67316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1624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F40AACD-C6D5-929E-1C6E-170D1E45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573CE93-364A-E41C-504A-770B0C68C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FA1FD8E-224B-12C8-834A-4D819669A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742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383C494-0D15-32AE-C15A-D789B391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4B57BF2-63CA-9906-E277-74C879098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E7D40E7-EABA-F028-6F6E-ED276A20E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163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675A421-9C7F-1131-DB5E-F63D75DA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DCEBA18-686D-6A7B-A9CC-F1C9C6BD7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E1F1ACD-9978-41E8-CBAD-E6C4A1CAC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582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824B594-ECFB-8496-2706-04307955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40831E3-AE0E-1EA9-1C44-F3326B356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인공지능은</a:t>
            </a:r>
            <a:r>
              <a:rPr lang="en-US" dirty="0"/>
              <a:t> </a:t>
            </a:r>
            <a:r>
              <a:rPr lang="en-US" dirty="0" err="1"/>
              <a:t>사실</a:t>
            </a:r>
            <a:r>
              <a:rPr lang="en-US" dirty="0"/>
              <a:t> </a:t>
            </a:r>
            <a:r>
              <a:rPr lang="en-US" dirty="0" err="1"/>
              <a:t>개념적인</a:t>
            </a:r>
            <a:r>
              <a:rPr lang="en-US" altLang="ko-KR" dirty="0"/>
              <a:t>, </a:t>
            </a:r>
            <a:r>
              <a:rPr lang="ko-KR" altLang="en-US" dirty="0"/>
              <a:t>일반적인 단어임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8B881BD-89B0-11E9-708C-87FA3D4D1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728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8415765" y="5371789"/>
            <a:ext cx="3704441" cy="112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</a:t>
            </a:r>
            <a:r>
              <a:rPr lang="en-US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: Jaehyung Lim</a:t>
            </a:r>
            <a:endParaRPr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Postech Graduate School of AI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jaehyunglim@postech.ac.kr</a:t>
            </a:r>
            <a:endParaRPr sz="11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415765" y="4978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202</a:t>
            </a:r>
            <a:r>
              <a:rPr lang="en-US" altLang="ko-KR" sz="1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05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16</a:t>
            </a:r>
            <a:endParaRPr sz="2000" b="0" u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37460" y="2582082"/>
            <a:ext cx="7239000" cy="109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altLang="en-US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고등수학 예습 </a:t>
            </a:r>
            <a:r>
              <a:rPr lang="en-US" altLang="ko-KR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복습</a:t>
            </a:r>
            <a:r>
              <a:rPr lang="en-US" altLang="ko-KR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sz="4800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sz="1700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</a:t>
            </a:r>
            <a:r>
              <a:rPr lang="en-US" altLang="ko-KR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청소년 수리 인공지능 아카데미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D1D9A8-EE30-2258-1145-7E83A8199D2D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2789CAB-9C3A-2A5C-3B3B-62635582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812A352-4B9E-FF98-4E51-E33768F0013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직선의 기울기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h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h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 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den>
                    </m:f>
                  </m:oMath>
                </a14:m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기울기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&gt;0, &lt;0, =0</a:t>
                </a: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812A352-4B9E-FF98-4E51-E33768F0013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021EC9F7-62A4-F710-31B4-EE2D2CCC2BD1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8C36127-2CAA-76F1-099D-4DEF7F3E2030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D209B16-BB32-92B4-567E-7869E783C6A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39BAF77-ED34-BC81-FA50-29D5E3A101F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A9E9703-35AD-31C1-9FF6-A4563105DD1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C9921DA-4221-934B-CF53-72F0F045329E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34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F2B4B8F-50B1-234B-C6A5-28A6E0C1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48CDFD0-F806-BE53-92DE-B30834A9D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함수의 수렴과 발산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극한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38E4BE3F-76F1-210C-9BC7-761F4C4C9101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B448014-D40D-9A01-BB01-FFA53C7C5C9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6D49DE9-89D1-4C10-EF77-3F4723D6670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853DD3A-D2A9-8649-0D8E-E80BD9F8A28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D29B28E8-FAE7-0238-055B-6BB88C92988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DEDE45-BC98-9A4F-A4D6-8C5562CDADE6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974A02-77A6-EC85-A3A3-16AA1A3E55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4" b="48231"/>
          <a:stretch/>
        </p:blipFill>
        <p:spPr bwMode="auto">
          <a:xfrm>
            <a:off x="1926375" y="1961825"/>
            <a:ext cx="8208937" cy="46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29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A2CFABC-2512-9BB1-317F-EC64AB155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84176A8-49FA-4E3D-23E5-36EA686F3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함수의 수렴과 발산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극한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E95C7A83-4725-C5E7-A55B-0C4FF4379964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07B0325-0E73-ED4A-239D-81637183759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89C86B-19B0-AAE5-AA97-C78E70B0029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CDF5C51E-BFDD-6CCE-6F5E-0F6F1D0A678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DB1E9BF-A894-A271-4128-9D54C0F0831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A8EA83-80CD-0761-B235-77781D15FB3F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3F01D1F-A9C9-E4B8-9C38-693B7184B2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38" b="21594"/>
          <a:stretch/>
        </p:blipFill>
        <p:spPr bwMode="auto">
          <a:xfrm>
            <a:off x="1704184" y="2640651"/>
            <a:ext cx="8393586" cy="293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06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AA7AFEE-C3FF-FB60-4B86-7C1F1394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5DBAD5AB-2F22-AD26-8171-17FFCCAF269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r>
                      <a:rPr lang="en-US" altLang="ko-KR" sz="4400" b="0" i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0</m:t>
                    </m:r>
                    <m:r>
                      <a:rPr lang="en-US" altLang="ko-KR" sz="4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↔</m:t>
                    </m:r>
                    <m:r>
                      <a:rPr lang="en-US" altLang="ko-KR" sz="4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∞</m:t>
                    </m:r>
                  </m:oMath>
                </a14:m>
                <a:endParaRPr lang="en-US" altLang="ko-KR" sz="4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5DBAD5AB-2F22-AD26-8171-17FFCCAF269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7CFE3BB3-FD24-4C3F-795D-97A2BC2DAFB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26B3BC3-09BB-200E-B671-EB544DEAEEF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25A0637-9FF8-CDD2-F26A-E405DDA5DF6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F4126EE-F904-DFCB-4A95-AFE54209216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FED4C81-3902-00F9-8C88-46657F809ED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E313C2A-D3A5-B9B2-5DC5-48F4166B4AE9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50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FCA5E9C-7FF9-04D0-CB73-797D7ADB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B64E2DA-3728-A7D9-874F-D44D9935D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미분의 정의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99A2D792-544A-CF7F-3327-B547D86AD5B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9B14F157-BF7E-689A-0DA3-546648C4C0F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D79B7C4-7A20-C9C1-D309-92C2A3B8BFC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AC1D81E-0600-148C-CD10-E488394CD1C6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4606133-D8EA-0524-4A07-DFC00BC8E67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7B7882-BF3C-674E-D4A7-B6CB58965D4D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575E1C-3024-B9B5-6B83-DEB6CD3D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02" y="1775012"/>
            <a:ext cx="5257800" cy="4102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F7E7AB-9579-745E-6047-994C1227B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19" y="3429000"/>
            <a:ext cx="46609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1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B659D47-05A1-434A-B676-42D90272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54E16CB-D304-3E2D-04F3-6B3248E22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미분의 활용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함수의 최대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FE2DEF06-35A7-A7AA-3BAF-492DCFBC9F0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6C53A19-0408-4D32-B6B9-8B8D4A81BA1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DA4027A-E253-6431-992B-E85CEDA76B2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97F753A8-CCEF-43C6-4CF7-8FE2B6CF8109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5E2578E-AD4A-1F42-9E67-59623D1EEEF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ACCA289-1B04-E97C-3CDA-A36BD47344F9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FE2982-6B94-A132-B23D-FA2045639D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6278039" y="2574036"/>
            <a:ext cx="4536000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95EA3C-A361-A7C3-9836-93D62C0BDA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200"/>
          <a:stretch/>
        </p:blipFill>
        <p:spPr>
          <a:xfrm>
            <a:off x="567565" y="2615184"/>
            <a:ext cx="45360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28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A81F122-4501-06E3-1E36-AF769409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514982A-74E9-19EC-217C-FFEEADEA056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36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자연 상수 </a:t>
                </a:r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𝑒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≈2.71828</m:t>
                    </m:r>
                  </m:oMath>
                </a14:m>
                <a:endParaRPr lang="en-US" altLang="ko-KR" sz="3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3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𝑒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func>
                      <m:funcPr>
                        <m:ctrlPr>
                          <a:rPr lang="en-US" altLang="ko-KR" sz="36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360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1+</m:t>
                                </m:r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</m:e>
                    </m:func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func>
                      <m:funcPr>
                        <m:ctrlPr>
                          <a:rPr lang="en-US" altLang="ko-KR" sz="36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360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  <m: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36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altLang="ko-KR" sz="36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36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36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endParaRPr lang="en-US" altLang="ko-KR" sz="3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3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3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514982A-74E9-19EC-217C-FFEEADEA05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2BDBF31-C2A8-95F9-0499-FF9F2993FB96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1D73A3C-1706-E3ED-9461-535F79311F8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EE9F196-88F6-E327-CB31-4D5F994800C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C990FF8C-82D9-A080-7E3C-BDCBE6B45AB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Google Shape;126;p3">
                  <a:extLst>
                    <a:ext uri="{FF2B5EF4-FFF2-40B4-BE49-F238E27FC236}">
                      <a16:creationId xmlns:a16="http://schemas.microsoft.com/office/drawing/2014/main" id="{9EF58100-5C7A-E749-DB67-01B44150BBFD}"/>
                    </a:ext>
                  </a:extLst>
                </p:cNvPr>
                <p:cNvSpPr txBox="1"/>
                <p:nvPr/>
              </p:nvSpPr>
              <p:spPr>
                <a:xfrm>
                  <a:off x="298439" y="314218"/>
                  <a:ext cx="10515600" cy="335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rm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28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𝒆</m:t>
                          </m:r>
                        </m:e>
                        <m:sup>
                          <m:r>
                            <a:rPr lang="en-US" altLang="ko-KR" sz="2800" b="1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𝒙</m:t>
                          </m:r>
                        </m:sup>
                      </m:sSup>
                    </m:oMath>
                  </a14:m>
                  <a:r>
                    <a:rPr lang="en-US" altLang="ko-KR" sz="2800" b="1" dirty="0">
                      <a:solidFill>
                        <a:schemeClr val="dk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sym typeface="Arial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6" name="Google Shape;126;p3">
                  <a:extLst>
                    <a:ext uri="{FF2B5EF4-FFF2-40B4-BE49-F238E27FC236}">
                      <a16:creationId xmlns:a16="http://schemas.microsoft.com/office/drawing/2014/main" id="{9EF58100-5C7A-E749-DB67-01B44150B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39" y="314218"/>
                  <a:ext cx="10515600" cy="3357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6EE0320-8F6D-7F9E-95AB-D0C28BA44083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872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B6EBC53-80E9-B373-4E46-F12606CE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3C1A1F9E-DB32-D5A8-3EC0-B01E8EBED3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77500" lnSpcReduction="20000"/>
              </a:bodyPr>
              <a:lstStyle/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𝑒</m:t>
                        </m:r>
                      </m:e>
                      <m:sup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𝜋</m:t>
                        </m:r>
                      </m:sup>
                    </m:sSup>
                    <m:r>
                      <a:rPr lang="en-US" altLang="ko-KR" sz="5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+1=0</m:t>
                    </m:r>
                  </m:oMath>
                </a14:m>
                <a:endParaRPr lang="en-US" altLang="ko-KR" sz="5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5400" b="0" i="0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sin</m:t>
                        </m:r>
                      </m:fName>
                      <m:e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𝑖𝑥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)</m:t>
                        </m:r>
                      </m:e>
                    </m:func>
                    <m:r>
                      <a:rPr lang="en-US" altLang="ko-KR" sz="5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f>
                      <m:fPr>
                        <m:ctrlP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</m:t>
                            </m:r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sup>
                        </m:sSup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den>
                    </m:f>
                  </m:oMath>
                </a14:m>
                <a:endParaRPr lang="en-US" altLang="ko-KR" sz="54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5400" b="0" i="0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cos</m:t>
                        </m:r>
                      </m:fName>
                      <m:e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𝑖𝑥</m:t>
                        </m:r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)</m:t>
                        </m:r>
                      </m:e>
                    </m:func>
                    <m:r>
                      <a:rPr lang="en-US" altLang="ko-KR" sz="5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f>
                      <m:fPr>
                        <m:ctrlP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sup>
                        </m:sSup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</m:t>
                            </m:r>
                            <m:r>
                              <a:rPr lang="en-US" altLang="ko-KR" sz="5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ko-KR" sz="5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sz="54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000"/>
                  <a:buNone/>
                </a:pPr>
                <a14:m>
                  <m:oMath xmlns:m="http://schemas.openxmlformats.org/officeDocument/2006/math">
                    <m:r>
                      <a:rPr lang="en-US" altLang="ko-KR" sz="5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⋯</m:t>
                    </m:r>
                  </m:oMath>
                </a14:m>
                <a:r>
                  <a:rPr lang="en-US" altLang="ko-KR" sz="5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3C1A1F9E-DB32-D5A8-3EC0-B01E8EBED3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B14AB96-443F-EAA1-18EC-53EC1444D499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3037061D-1CE7-1426-BB22-F5C28A13DF52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B52403-4201-3E0A-7D8B-32BFBC3DB91F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974B9CF8-2AAB-28C5-379A-6769ADFDA281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425CC4D-D8E3-4434-C39B-A9613418D51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Euler’s formula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05A73C-AB63-F083-2466-1EAB49FDE734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26" name="Picture 2" descr="Drawing">
            <a:extLst>
              <a:ext uri="{FF2B5EF4-FFF2-40B4-BE49-F238E27FC236}">
                <a16:creationId xmlns:a16="http://schemas.microsoft.com/office/drawing/2014/main" id="{EEBA3D7F-27D8-C53B-F2F7-0E101B8B1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35"/>
          <a:stretch/>
        </p:blipFill>
        <p:spPr bwMode="auto">
          <a:xfrm>
            <a:off x="5279772" y="1940415"/>
            <a:ext cx="6026636" cy="327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4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 글꼴 테마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192</Words>
  <Application>Microsoft Macintosh PowerPoint</Application>
  <PresentationFormat>와이드스크린</PresentationFormat>
  <Paragraphs>58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나눔스퀘어</vt:lpstr>
      <vt:lpstr>Malgun Gothic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임재형(인공지능대학원)</dc:creator>
  <cp:lastModifiedBy>임재형(인공지능대학원)</cp:lastModifiedBy>
  <cp:revision>225</cp:revision>
  <dcterms:created xsi:type="dcterms:W3CDTF">2023-06-27T07:53:35Z</dcterms:created>
  <dcterms:modified xsi:type="dcterms:W3CDTF">2026-05-30T07:21:32Z</dcterms:modified>
</cp:coreProperties>
</file>